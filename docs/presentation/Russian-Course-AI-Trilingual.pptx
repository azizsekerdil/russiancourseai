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8514d7967f490f" /><Relationship Type="http://schemas.openxmlformats.org/officeDocument/2006/relationships/extended-properties" Target="/docProps/app.xml" Id="Rab708f91689d4373" /><Relationship Type="http://schemas.openxmlformats.org/officeDocument/2006/relationships/officeDocument" Target="/ppt/presentation.xml" Id="Ra474f1f214a946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a303e1dbf34df6"/>
  </p:sldMasterIdLst>
  <p:notesMasterIdLst>
    <p:notesMasterId xmlns:r="http://schemas.openxmlformats.org/officeDocument/2006/relationships" r:id="Rd7e18220d6624dbb"/>
  </p:notesMasterIdLst>
  <p:sldIdLst>
    <p:sldId xmlns:r="http://schemas.openxmlformats.org/officeDocument/2006/relationships" id="256" r:id="Rad83a8c79b8a44be"/>
    <p:sldId xmlns:r="http://schemas.openxmlformats.org/officeDocument/2006/relationships" id="257" r:id="R60c4377513cf4c09"/>
    <p:sldId xmlns:r="http://schemas.openxmlformats.org/officeDocument/2006/relationships" id="258" r:id="R092a3d10efb9457f"/>
    <p:sldId xmlns:r="http://schemas.openxmlformats.org/officeDocument/2006/relationships" id="259" r:id="R150e2a9b199745d6"/>
    <p:sldId xmlns:r="http://schemas.openxmlformats.org/officeDocument/2006/relationships" id="260" r:id="Rca8a551ccd134d5a"/>
    <p:sldId xmlns:r="http://schemas.openxmlformats.org/officeDocument/2006/relationships" id="261" r:id="R51b5537ac56e4967"/>
    <p:sldId xmlns:r="http://schemas.openxmlformats.org/officeDocument/2006/relationships" id="262" r:id="Rb20fcda8d4c24bc9"/>
    <p:sldId xmlns:r="http://schemas.openxmlformats.org/officeDocument/2006/relationships" id="263" r:id="R8c2e13b2f0734e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6a270020824c36" /><Relationship Type="http://schemas.openxmlformats.org/officeDocument/2006/relationships/slideMaster" Target="/ppt/slideMasters/slideMaster1.xml" Id="Rdda303e1dbf34df6" /><Relationship Type="http://schemas.openxmlformats.org/officeDocument/2006/relationships/notesMaster" Target="/ppt/notesMasters/notesMaster1.xml" Id="Rd7e18220d6624dbb" /><Relationship Type="http://schemas.openxmlformats.org/officeDocument/2006/relationships/presProps" Target="/ppt/presProps.xml" Id="Rbb9e317350c94045" /><Relationship Type="http://schemas.openxmlformats.org/officeDocument/2006/relationships/tableStyles" Target="/ppt/tableStyles.xml" Id="R10fcf157f90549ab" /><Relationship Type="http://schemas.openxmlformats.org/officeDocument/2006/relationships/slide" Target="/ppt/slides/slide1.xml" Id="Rad83a8c79b8a44be" /><Relationship Type="http://schemas.openxmlformats.org/officeDocument/2006/relationships/slide" Target="/ppt/slides/slide2.xml" Id="R60c4377513cf4c09" /><Relationship Type="http://schemas.openxmlformats.org/officeDocument/2006/relationships/slide" Target="/ppt/slides/slide3.xml" Id="R092a3d10efb9457f" /><Relationship Type="http://schemas.openxmlformats.org/officeDocument/2006/relationships/slide" Target="/ppt/slides/slide4.xml" Id="R150e2a9b199745d6" /><Relationship Type="http://schemas.openxmlformats.org/officeDocument/2006/relationships/slide" Target="/ppt/slides/slide5.xml" Id="Rca8a551ccd134d5a" /><Relationship Type="http://schemas.openxmlformats.org/officeDocument/2006/relationships/slide" Target="/ppt/slides/slide6.xml" Id="R51b5537ac56e4967" /><Relationship Type="http://schemas.openxmlformats.org/officeDocument/2006/relationships/slide" Target="/ppt/slides/slide7.xml" Id="Rb20fcda8d4c24bc9" /><Relationship Type="http://schemas.openxmlformats.org/officeDocument/2006/relationships/slide" Target="/ppt/slides/slide8.xml" Id="R8c2e13b2f0734e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6041357a1a49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5c91081a594de9" /><Relationship Type="http://schemas.openxmlformats.org/officeDocument/2006/relationships/notesMaster" Target="/ppt/notesMasters/notesMaster1.xml" Id="Rc2ea9a76a2ef44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c1c7d33c664af0" /><Relationship Type="http://schemas.openxmlformats.org/officeDocument/2006/relationships/notesMaster" Target="/ppt/notesMasters/notesMaster1.xml" Id="Rccc0bac7f5be4c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79ae409b244b44" /><Relationship Type="http://schemas.openxmlformats.org/officeDocument/2006/relationships/notesMaster" Target="/ppt/notesMasters/notesMaster1.xml" Id="R4e1b9856d38d48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4473ad6fd74958" /><Relationship Type="http://schemas.openxmlformats.org/officeDocument/2006/relationships/notesMaster" Target="/ppt/notesMasters/notesMaster1.xml" Id="Rcebb1b569f6a4c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e9b96611034fdc" /><Relationship Type="http://schemas.openxmlformats.org/officeDocument/2006/relationships/notesMaster" Target="/ppt/notesMasters/notesMaster1.xml" Id="R606132f01f244a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26ebe5b1ce4645" /><Relationship Type="http://schemas.openxmlformats.org/officeDocument/2006/relationships/notesMaster" Target="/ppt/notesMasters/notesMaster1.xml" Id="Rd32b0e5e595f4f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a5686323834f1b" /><Relationship Type="http://schemas.openxmlformats.org/officeDocument/2006/relationships/notesMaster" Target="/ppt/notesMasters/notesMaster1.xml" Id="Rdcb48a68082046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acce6aa139458c" /><Relationship Type="http://schemas.openxmlformats.org/officeDocument/2006/relationships/notesMaster" Target="/ppt/notesMasters/notesMaster1.xml" Id="Re35210c2bc7e43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(product positioning and supported levels)</a:t>
            </a:r>
          </a:p>
          <a:p xmlns:a="http://schemas.openxmlformats.org/drawingml/2006/main">
            <a:r>
              <a:t>- D:/Russian/docs/presentation/assets/russian-course-ai-hero.png (AI-generated original cover visual)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D:/Russian/docs/presentation/assets/russian-course-ai-screenshot.png (user-supplied product screenshot)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D:/Russian/rca/i18n.py (Turkish, English, and Russian interface catalog)</a:t>
            </a:r>
          </a:p>
          <a:p xmlns:a="http://schemas.openxmlformats.org/drawingml/2006/main">
            <a:r>
              <a:t>- D:/Russian/Russian_Course_AI.pyw (instant and persistent language switching)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D:/Russian/rca/tabs/srs_tab.py (daily review workflow and five study modes)</a:t>
            </a:r>
          </a:p>
          <a:p xmlns:a="http://schemas.openxmlformats.org/drawingml/2006/main">
            <a:r>
              <a:t>- D:/Russian/Russian_Course_AI.pyw (learning, lab, read, practice, and system navigation groups)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D:/Russian/Russian_Course_AI.pyw (18 entries in TAB_SPECS)</a:t>
            </a:r>
          </a:p>
          <a:p xmlns:a="http://schemas.openxmlformats.org/drawingml/2006/main">
            <a:r>
              <a:t>- D:/Russian/rca/dictionary.py + rca/dict_data.py (bidirectional RU-EN dictionary, 1,360 built-in entries, OpenRussian layer)</a:t>
            </a:r>
          </a:p>
          <a:p xmlns:a="http://schemas.openxmlformats.org/drawingml/2006/main">
            <a:r>
              <a:t>- D:/Russian/README.md (feature descriptions)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(local LM Studio, optional NVIDIA NIM, and Resource Center network behavior)</a:t>
            </a:r>
          </a:p>
          <a:p xmlns:a="http://schemas.openxmlformats.org/drawingml/2006/main">
            <a:r>
              <a:t>- D:/Russian/rca/db.py (SQLite persistence)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https://github.com/Azizsekerdil/RussianCourseAI/releases/tag/v1.1.0 (v1.1.0 release with Windows and macOS zip assets; private repository)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(installation, learning levels, and feature overview)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63b98338d649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e778c8e9fe4fd0" /><Relationship Type="http://schemas.openxmlformats.org/officeDocument/2006/relationships/slideLayout" Target="/ppt/slideLayouts/slideLayout1.xml" Id="Rd7345f9e578f4e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345f9e578f4e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d4ebab515c4fa6" /><Relationship Type="http://schemas.openxmlformats.org/officeDocument/2006/relationships/image" Target="/ppt/media/image.png" Id="R9232f60bbee249de" /><Relationship Type="http://schemas.openxmlformats.org/officeDocument/2006/relationships/notesSlide" Target="/ppt/notesSlides/notesSlide1.xml" Id="Read2b0c982d44b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78ef4f43ee4605" /><Relationship Type="http://schemas.openxmlformats.org/officeDocument/2006/relationships/image" Target="/ppt/media/image2.png" Id="Rf2cf2a187854410e" /><Relationship Type="http://schemas.openxmlformats.org/officeDocument/2006/relationships/notesSlide" Target="/ppt/notesSlides/notesSlide2.xml" Id="R8144b542ac0742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3421a68ae45c7" /><Relationship Type="http://schemas.openxmlformats.org/officeDocument/2006/relationships/notesSlide" Target="/ppt/notesSlides/notesSlide3.xml" Id="Rd05054d1bbca4b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79a419f67b4fd4" /><Relationship Type="http://schemas.openxmlformats.org/officeDocument/2006/relationships/notesSlide" Target="/ppt/notesSlides/notesSlide4.xml" Id="Rc25e0b70d6e641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a16d7a3d945f8" /><Relationship Type="http://schemas.openxmlformats.org/officeDocument/2006/relationships/notesSlide" Target="/ppt/notesSlides/notesSlide5.xml" Id="R627fdcd62c474a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248ce7fc1409c" /><Relationship Type="http://schemas.openxmlformats.org/officeDocument/2006/relationships/notesSlide" Target="/ppt/notesSlides/notesSlide6.xml" Id="R6122e2e613604e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095cb732b54581" /><Relationship Type="http://schemas.openxmlformats.org/officeDocument/2006/relationships/notesSlide" Target="/ppt/notesSlides/notesSlide7.xml" Id="R8f70bd2dbf1445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777d8fb564409" /><Relationship Type="http://schemas.openxmlformats.org/officeDocument/2006/relationships/notesSlide" Target="/ppt/notesSlides/notesSlide8.xml" Id="Rb6c8b3d077aa4b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A2E78AA-ADB0-40F3-9053-480BCE7E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DESKTOP RUSSIAN LEARNING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764604F-4CD2-4F70-849B-BA420269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Russian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AAFA670F-5B0D-42CD-BD0E-23F460A7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21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4" name="cover-tr">
            <a:extLst xmlns:a="http://schemas.openxmlformats.org/drawingml/2006/main">
              <a:ext uri="{FF2B5EF4-FFF2-40B4-BE49-F238E27FC236}">
                <a16:creationId xmlns:a16="http://schemas.microsoft.com/office/drawing/2014/main" id="{424D4782-21CD-4D80-B284-D5B486F6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Rusçayı tek bir odaklı uygulamada öğrenin.</a:t>
            </a:r>
          </a:p>
        </p:txBody>
      </p:sp>
      <p:sp>
        <p:nvSpPr>
          <p:cNvPr id="5" name="cover-en">
            <a:extLst xmlns:a="http://schemas.openxmlformats.org/drawingml/2006/main">
              <a:ext uri="{FF2B5EF4-FFF2-40B4-BE49-F238E27FC236}">
                <a16:creationId xmlns:a16="http://schemas.microsoft.com/office/drawing/2014/main" id="{21DFFEF4-86BC-4EC6-A62D-6E6F1C35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Russian in one focused desktop app.</a:t>
            </a:r>
          </a:p>
        </p:txBody>
      </p:sp>
      <p:sp>
        <p:nvSpPr>
          <p:cNvPr id="6" name="cover-ru">
            <a:extLst xmlns:a="http://schemas.openxmlformats.org/drawingml/2006/main">
              <a:ext uri="{FF2B5EF4-FFF2-40B4-BE49-F238E27FC236}">
                <a16:creationId xmlns:a16="http://schemas.microsoft.com/office/drawing/2014/main" id="{E802D3C0-8B48-4DCC-80DE-423CD053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Изучайте русский в одном приложении.</a:t>
            </a:r>
          </a:p>
        </p:txBody>
      </p:sp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DAE47443-7042-4CF8-B57D-DF8650AA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(x64) + macOS (Apple Silicon)  •  A1-C1  •  TR / EN / RU</a:t>
            </a:r>
          </a:p>
        </p:txBody>
      </p:sp>
      <p:sp>
        <p:nvSpPr>
          <p:cNvPr id="8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C7D14D16-7E08-41DA-B3CF-D3455A46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0F152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32f60bbee249de"/>
          <a:srcRect xmlns:a="http://schemas.openxmlformats.org/drawingml/2006/main" l="510" t="0" r="5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</p:spPr>
      </p:pic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C0CB0369-E205-4086-B574-24F6B452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372960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creen-title">
            <a:extLst xmlns:a="http://schemas.openxmlformats.org/drawingml/2006/main">
              <a:ext uri="{FF2B5EF4-FFF2-40B4-BE49-F238E27FC236}">
                <a16:creationId xmlns:a16="http://schemas.microsoft.com/office/drawing/2014/main" id="{15AC4472-2DCB-4E08-B56A-E206CBF2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interface. Every practice mode.</a:t>
            </a:r>
          </a:p>
        </p:txBody>
      </p:sp>
      <p:sp>
        <p:nvSpPr>
          <p:cNvPr id="2" name="screen-subtitle">
            <a:extLst xmlns:a="http://schemas.openxmlformats.org/drawingml/2006/main">
              <a:ext uri="{FF2B5EF4-FFF2-40B4-BE49-F238E27FC236}">
                <a16:creationId xmlns:a16="http://schemas.microsoft.com/office/drawing/2014/main" id="{E77146A9-B30F-4B6D-B534-AAF56501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Tek arayüz. Tüm çalışma biçimleri.  •  Один интерфейс. Все форматы практики.</a:t>
            </a:r>
          </a:p>
        </p:txBody>
      </p:sp>
      <p:sp>
        <p:nvSpPr>
          <p:cNvPr id="3" name="screen-frame">
            <a:extLst xmlns:a="http://schemas.openxmlformats.org/drawingml/2006/main">
              <a:ext uri="{FF2B5EF4-FFF2-40B4-BE49-F238E27FC236}">
                <a16:creationId xmlns:a16="http://schemas.microsoft.com/office/drawing/2014/main" id="{CAAE8C81-FA1E-49AC-A74E-9F4545D7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110490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171D2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f2a187854410e"/>
          <a:stretch xmlns:a="http://schemas.openxmlformats.org/drawingml/2006/main"/>
        </p:blipFill>
        <p:spPr>
          <a:xfrm xmlns:a="http://schemas.openxmlformats.org/drawingml/2006/main">
            <a:off x="2728015" y="1600200"/>
            <a:ext cx="6735971" cy="4533900"/>
          </a:xfrm>
          <a:prstGeom xmlns:a="http://schemas.openxmlformats.org/drawingml/2006/main" prst="roundRect">
            <a:avLst>
              <a:gd name="adj" fmla="val 2521"/>
            </a:avLst>
          </a:prstGeom>
        </p:spPr>
      </p:pic>
      <p:sp>
        <p:nvSpPr>
          <p:cNvPr id="5" name="screen-footer">
            <a:extLst xmlns:a="http://schemas.openxmlformats.org/drawingml/2006/main">
              <a:ext uri="{FF2B5EF4-FFF2-40B4-BE49-F238E27FC236}">
                <a16:creationId xmlns:a16="http://schemas.microsoft.com/office/drawing/2014/main" id="{49247C33-6E50-4554-8A34-C531A904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954504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anguage-title">
            <a:extLst xmlns:a="http://schemas.openxmlformats.org/drawingml/2006/main">
              <a:ext uri="{FF2B5EF4-FFF2-40B4-BE49-F238E27FC236}">
                <a16:creationId xmlns:a16="http://schemas.microsoft.com/office/drawing/2014/main" id="{440093F8-AC44-455E-99AB-0F25EF27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One interface, three languages</a:t>
            </a:r>
          </a:p>
        </p:txBody>
      </p:sp>
      <p:sp>
        <p:nvSpPr>
          <p:cNvPr id="2" name="language-subtitle">
            <a:extLst xmlns:a="http://schemas.openxmlformats.org/drawingml/2006/main">
              <a:ext uri="{FF2B5EF4-FFF2-40B4-BE49-F238E27FC236}">
                <a16:creationId xmlns:a16="http://schemas.microsoft.com/office/drawing/2014/main" id="{51D15597-18BD-443B-B32F-29B69CA7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Dil seçimi anında uygulanır ve sonraki açılış için kaydedilir.</a:t>
            </a:r>
          </a:p>
        </p:txBody>
      </p:sp>
      <p:sp>
        <p:nvSpPr>
          <p:cNvPr id="3" name="language-rule">
            <a:extLst xmlns:a="http://schemas.openxmlformats.org/drawingml/2006/main">
              <a:ext uri="{FF2B5EF4-FFF2-40B4-BE49-F238E27FC236}">
                <a16:creationId xmlns:a16="http://schemas.microsoft.com/office/drawing/2014/main" id="{EBF95ED9-7D62-49C9-94F2-1243B96D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language-label-0">
            <a:extLst xmlns:a="http://schemas.openxmlformats.org/drawingml/2006/main">
              <a:ext uri="{FF2B5EF4-FFF2-40B4-BE49-F238E27FC236}">
                <a16:creationId xmlns:a16="http://schemas.microsoft.com/office/drawing/2014/main" id="{217B55B9-3676-4804-BE3D-8F047073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language-head-0">
            <a:extLst xmlns:a="http://schemas.openxmlformats.org/drawingml/2006/main">
              <a:ext uri="{FF2B5EF4-FFF2-40B4-BE49-F238E27FC236}">
                <a16:creationId xmlns:a16="http://schemas.microsoft.com/office/drawing/2014/main" id="{6FC7C610-BB8A-4AE1-BFF1-79855F958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Öğrenmeye odaklanın</a:t>
            </a:r>
          </a:p>
        </p:txBody>
      </p:sp>
      <p:sp>
        <p:nvSpPr>
          <p:cNvPr id="6" name="language-body-0">
            <a:extLst xmlns:a="http://schemas.openxmlformats.org/drawingml/2006/main">
              <a:ext uri="{FF2B5EF4-FFF2-40B4-BE49-F238E27FC236}">
                <a16:creationId xmlns:a16="http://schemas.microsoft.com/office/drawing/2014/main" id="{2AB0DABF-528B-4D8F-BBC6-956C1C21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Menüler, çalışma akışı ve AI yönergeleri seçtiğiniz dile uyum sağlar.</a:t>
            </a:r>
          </a:p>
        </p:txBody>
      </p:sp>
      <p:sp>
        <p:nvSpPr>
          <p:cNvPr id="7" name="language-accent-0">
            <a:extLst xmlns:a="http://schemas.openxmlformats.org/drawingml/2006/main">
              <a:ext uri="{FF2B5EF4-FFF2-40B4-BE49-F238E27FC236}">
                <a16:creationId xmlns:a16="http://schemas.microsoft.com/office/drawing/2014/main" id="{1AE6F125-7FCE-4188-8A0B-B7BCFD20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131A"/>
            </a:solidFill>
            <a:prstDash val="solid"/>
          </a:ln>
        </p:spPr>
      </p:sp>
      <p:sp>
        <p:nvSpPr>
          <p:cNvPr id="8" name="language-label-1">
            <a:extLst xmlns:a="http://schemas.openxmlformats.org/drawingml/2006/main">
              <a:ext uri="{FF2B5EF4-FFF2-40B4-BE49-F238E27FC236}">
                <a16:creationId xmlns:a16="http://schemas.microsoft.com/office/drawing/2014/main" id="{EEB4EBBF-60FB-4B9B-A62E-A601C783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9" name="language-head-1">
            <a:extLst xmlns:a="http://schemas.openxmlformats.org/drawingml/2006/main">
              <a:ext uri="{FF2B5EF4-FFF2-40B4-BE49-F238E27FC236}">
                <a16:creationId xmlns:a16="http://schemas.microsoft.com/office/drawing/2014/main" id="{C51E1E0C-0E7E-4792-931B-9A06BAF8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without friction</a:t>
            </a:r>
          </a:p>
        </p:txBody>
      </p:sp>
      <p:sp>
        <p:nvSpPr>
          <p:cNvPr id="10" name="language-body-1">
            <a:extLst xmlns:a="http://schemas.openxmlformats.org/drawingml/2006/main">
              <a:ext uri="{FF2B5EF4-FFF2-40B4-BE49-F238E27FC236}">
                <a16:creationId xmlns:a16="http://schemas.microsoft.com/office/drawing/2014/main" id="{DE205E8A-973F-4422-9CA9-4BFCB2E3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Navigation, study flows, and AI guidance follow your selected language.</a:t>
            </a:r>
          </a:p>
        </p:txBody>
      </p:sp>
      <p:sp>
        <p:nvSpPr>
          <p:cNvPr id="11" name="language-accent-1">
            <a:extLst xmlns:a="http://schemas.openxmlformats.org/drawingml/2006/main">
              <a:ext uri="{FF2B5EF4-FFF2-40B4-BE49-F238E27FC236}">
                <a16:creationId xmlns:a16="http://schemas.microsoft.com/office/drawing/2014/main" id="{D3A12B90-993C-4F3E-BA54-05131D4E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12" name="language-label-2">
            <a:extLst xmlns:a="http://schemas.openxmlformats.org/drawingml/2006/main">
              <a:ext uri="{FF2B5EF4-FFF2-40B4-BE49-F238E27FC236}">
                <a16:creationId xmlns:a16="http://schemas.microsoft.com/office/drawing/2014/main" id="{CEA8DEF4-9939-4A0E-BF93-DB961F29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13" name="language-head-2">
            <a:extLst xmlns:a="http://schemas.openxmlformats.org/drawingml/2006/main">
              <a:ext uri="{FF2B5EF4-FFF2-40B4-BE49-F238E27FC236}">
                <a16:creationId xmlns:a16="http://schemas.microsoft.com/office/drawing/2014/main" id="{3A1BAB5C-AABE-4D02-9411-43B2A200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Учитесь без барьеров</a:t>
            </a:r>
          </a:p>
        </p:txBody>
      </p:sp>
      <p:sp>
        <p:nvSpPr>
          <p:cNvPr id="14" name="language-body-2">
            <a:extLst xmlns:a="http://schemas.openxmlformats.org/drawingml/2006/main">
              <a:ext uri="{FF2B5EF4-FFF2-40B4-BE49-F238E27FC236}">
                <a16:creationId xmlns:a16="http://schemas.microsoft.com/office/drawing/2014/main" id="{4003A8FB-D169-430B-8041-29DADE6B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Навигация, упражнения и инструкции для ИИ работают на выбранном языке.</a:t>
            </a:r>
          </a:p>
        </p:txBody>
      </p:sp>
      <p:sp>
        <p:nvSpPr>
          <p:cNvPr id="15" name="language-accent-2">
            <a:extLst xmlns:a="http://schemas.openxmlformats.org/drawingml/2006/main">
              <a:ext uri="{FF2B5EF4-FFF2-40B4-BE49-F238E27FC236}">
                <a16:creationId xmlns:a16="http://schemas.microsoft.com/office/drawing/2014/main" id="{1B0A4E81-3945-4FA9-9424-177B00A7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F6675"/>
            </a:solidFill>
            <a:prstDash val="solid"/>
          </a:ln>
        </p:spPr>
      </p:sp>
      <p:sp>
        <p:nvSpPr>
          <p:cNvPr id="16" name="footer-3">
            <a:extLst xmlns:a="http://schemas.openxmlformats.org/drawingml/2006/main">
              <a:ext uri="{FF2B5EF4-FFF2-40B4-BE49-F238E27FC236}">
                <a16:creationId xmlns:a16="http://schemas.microsoft.com/office/drawing/2014/main" id="{086EFC5B-312C-45C8-A570-91CB4572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758262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loop-title">
            <a:extLst xmlns:a="http://schemas.openxmlformats.org/drawingml/2006/main">
              <a:ext uri="{FF2B5EF4-FFF2-40B4-BE49-F238E27FC236}">
                <a16:creationId xmlns:a16="http://schemas.microsoft.com/office/drawing/2014/main" id="{D7DE8AA7-ABBC-4809-B572-CE22CA30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A daily loop that keeps momentum</a:t>
            </a:r>
          </a:p>
        </p:txBody>
      </p:sp>
      <p:sp>
        <p:nvSpPr>
          <p:cNvPr id="2" name="loop-subtitle">
            <a:extLst xmlns:a="http://schemas.openxmlformats.org/drawingml/2006/main">
              <a:ext uri="{FF2B5EF4-FFF2-40B4-BE49-F238E27FC236}">
                <a16:creationId xmlns:a16="http://schemas.microsoft.com/office/drawing/2014/main" id="{5C826392-C2BA-483C-9F03-C18D9B5DC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Her gün küçük bir döngü.  •  A small loop every day.  •  Небольшой цикл каждый день.</a:t>
            </a:r>
          </a:p>
        </p:txBody>
      </p:sp>
      <p:sp>
        <p:nvSpPr>
          <p:cNvPr id="3" name="loop-track">
            <a:extLst xmlns:a="http://schemas.openxmlformats.org/drawingml/2006/main">
              <a:ext uri="{FF2B5EF4-FFF2-40B4-BE49-F238E27FC236}">
                <a16:creationId xmlns:a16="http://schemas.microsoft.com/office/drawing/2014/main" id="{3F034F78-2248-41F4-BE25-F5EE5965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4" name="loop-node-0">
            <a:extLst xmlns:a="http://schemas.openxmlformats.org/drawingml/2006/main">
              <a:ext uri="{FF2B5EF4-FFF2-40B4-BE49-F238E27FC236}">
                <a16:creationId xmlns:a16="http://schemas.microsoft.com/office/drawing/2014/main" id="{F8D64DB1-C1BB-4C80-A9CF-21C0E66A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op-number-0">
            <a:extLst xmlns:a="http://schemas.openxmlformats.org/drawingml/2006/main">
              <a:ext uri="{FF2B5EF4-FFF2-40B4-BE49-F238E27FC236}">
                <a16:creationId xmlns:a16="http://schemas.microsoft.com/office/drawing/2014/main" id="{24CB0380-27C1-4906-ADAA-297C54DAF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loop-en-0">
            <a:extLst xmlns:a="http://schemas.openxmlformats.org/drawingml/2006/main">
              <a:ext uri="{FF2B5EF4-FFF2-40B4-BE49-F238E27FC236}">
                <a16:creationId xmlns:a16="http://schemas.microsoft.com/office/drawing/2014/main" id="{E53134DA-B1E5-4CF5-8540-D0E65F02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7" name="loop-tr-0">
            <a:extLst xmlns:a="http://schemas.openxmlformats.org/drawingml/2006/main">
              <a:ext uri="{FF2B5EF4-FFF2-40B4-BE49-F238E27FC236}">
                <a16:creationId xmlns:a16="http://schemas.microsoft.com/office/drawing/2014/main" id="{DF22190B-179E-4374-A21B-C2EDCCA5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ÖĞREN</a:t>
            </a:r>
          </a:p>
        </p:txBody>
      </p:sp>
      <p:sp>
        <p:nvSpPr>
          <p:cNvPr id="8" name="loop-ru-0">
            <a:extLst xmlns:a="http://schemas.openxmlformats.org/drawingml/2006/main">
              <a:ext uri="{FF2B5EF4-FFF2-40B4-BE49-F238E27FC236}">
                <a16:creationId xmlns:a16="http://schemas.microsoft.com/office/drawing/2014/main" id="{7EEB0C32-7240-4FCB-97A1-8FD2F85A6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УЧИТЬ</a:t>
            </a:r>
          </a:p>
        </p:txBody>
      </p:sp>
      <p:sp>
        <p:nvSpPr>
          <p:cNvPr id="9" name="loop-detail-0">
            <a:extLst xmlns:a="http://schemas.openxmlformats.org/drawingml/2006/main">
              <a:ext uri="{FF2B5EF4-FFF2-40B4-BE49-F238E27FC236}">
                <a16:creationId xmlns:a16="http://schemas.microsoft.com/office/drawing/2014/main" id="{7918DA9E-4CA1-48D8-AF01-85B69DAC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Words • Dictionary • Cyrillic • Grammar</a:t>
            </a:r>
          </a:p>
        </p:txBody>
      </p:sp>
      <p:sp>
        <p:nvSpPr>
          <p:cNvPr id="10" name="loop-node-1">
            <a:extLst xmlns:a="http://schemas.openxmlformats.org/drawingml/2006/main">
              <a:ext uri="{FF2B5EF4-FFF2-40B4-BE49-F238E27FC236}">
                <a16:creationId xmlns:a16="http://schemas.microsoft.com/office/drawing/2014/main" id="{8610EE8A-5357-4EF0-B779-6F73FA05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oop-number-1">
            <a:extLst xmlns:a="http://schemas.openxmlformats.org/drawingml/2006/main">
              <a:ext uri="{FF2B5EF4-FFF2-40B4-BE49-F238E27FC236}">
                <a16:creationId xmlns:a16="http://schemas.microsoft.com/office/drawing/2014/main" id="{E7E1F702-0C65-477A-866F-31AFBA62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loop-en-1">
            <a:extLst xmlns:a="http://schemas.openxmlformats.org/drawingml/2006/main">
              <a:ext uri="{FF2B5EF4-FFF2-40B4-BE49-F238E27FC236}">
                <a16:creationId xmlns:a16="http://schemas.microsoft.com/office/drawing/2014/main" id="{83825AF1-640D-47E9-9360-16F14DAB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PRACTICE</a:t>
            </a:r>
          </a:p>
        </p:txBody>
      </p:sp>
      <p:sp>
        <p:nvSpPr>
          <p:cNvPr id="13" name="loop-tr-1">
            <a:extLst xmlns:a="http://schemas.openxmlformats.org/drawingml/2006/main">
              <a:ext uri="{FF2B5EF4-FFF2-40B4-BE49-F238E27FC236}">
                <a16:creationId xmlns:a16="http://schemas.microsoft.com/office/drawing/2014/main" id="{5B03BD07-1C0A-46DB-8D3D-86660135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PRATİK</a:t>
            </a:r>
          </a:p>
        </p:txBody>
      </p:sp>
      <p:sp>
        <p:nvSpPr>
          <p:cNvPr id="14" name="loop-ru-1">
            <a:extLst xmlns:a="http://schemas.openxmlformats.org/drawingml/2006/main">
              <a:ext uri="{FF2B5EF4-FFF2-40B4-BE49-F238E27FC236}">
                <a16:creationId xmlns:a16="http://schemas.microsoft.com/office/drawing/2014/main" id="{07D3D216-5D06-44D1-93A7-8C424B9C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ПРАКТИКА</a:t>
            </a:r>
          </a:p>
        </p:txBody>
      </p:sp>
      <p:sp>
        <p:nvSpPr>
          <p:cNvPr id="15" name="loop-detail-1">
            <a:extLst xmlns:a="http://schemas.openxmlformats.org/drawingml/2006/main">
              <a:ext uri="{FF2B5EF4-FFF2-40B4-BE49-F238E27FC236}">
                <a16:creationId xmlns:a16="http://schemas.microsoft.com/office/drawing/2014/main" id="{FB1D984E-BEAD-4B05-9605-EAABBBD5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Speaking • Writing • Pronunciation</a:t>
            </a:r>
          </a:p>
        </p:txBody>
      </p:sp>
      <p:sp>
        <p:nvSpPr>
          <p:cNvPr id="16" name="loop-node-2">
            <a:extLst xmlns:a="http://schemas.openxmlformats.org/drawingml/2006/main">
              <a:ext uri="{FF2B5EF4-FFF2-40B4-BE49-F238E27FC236}">
                <a16:creationId xmlns:a16="http://schemas.microsoft.com/office/drawing/2014/main" id="{3FDE15C6-39A7-40FE-9531-4F2AADF4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oop-number-2">
            <a:extLst xmlns:a="http://schemas.openxmlformats.org/drawingml/2006/main">
              <a:ext uri="{FF2B5EF4-FFF2-40B4-BE49-F238E27FC236}">
                <a16:creationId xmlns:a16="http://schemas.microsoft.com/office/drawing/2014/main" id="{0858015D-2B76-4C1D-AC8C-B67FBEA8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loop-en-2">
            <a:extLst xmlns:a="http://schemas.openxmlformats.org/drawingml/2006/main">
              <a:ext uri="{FF2B5EF4-FFF2-40B4-BE49-F238E27FC236}">
                <a16:creationId xmlns:a16="http://schemas.microsoft.com/office/drawing/2014/main" id="{CFCA8C51-486F-4236-940A-B9F2CA91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9" name="loop-tr-2">
            <a:extLst xmlns:a="http://schemas.openxmlformats.org/drawingml/2006/main">
              <a:ext uri="{FF2B5EF4-FFF2-40B4-BE49-F238E27FC236}">
                <a16:creationId xmlns:a16="http://schemas.microsoft.com/office/drawing/2014/main" id="{35010379-7F51-4355-9306-B2165846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TEKRAR</a:t>
            </a:r>
          </a:p>
        </p:txBody>
      </p:sp>
      <p:sp>
        <p:nvSpPr>
          <p:cNvPr id="20" name="loop-ru-2">
            <a:extLst xmlns:a="http://schemas.openxmlformats.org/drawingml/2006/main">
              <a:ext uri="{FF2B5EF4-FFF2-40B4-BE49-F238E27FC236}">
                <a16:creationId xmlns:a16="http://schemas.microsoft.com/office/drawing/2014/main" id="{40E7DD6F-590E-4A1D-AD80-9611A65A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ПОВТОРЕНИЕ</a:t>
            </a:r>
          </a:p>
        </p:txBody>
      </p:sp>
      <p:sp>
        <p:nvSpPr>
          <p:cNvPr id="21" name="loop-detail-2">
            <a:extLst xmlns:a="http://schemas.openxmlformats.org/drawingml/2006/main">
              <a:ext uri="{FF2B5EF4-FFF2-40B4-BE49-F238E27FC236}">
                <a16:creationId xmlns:a16="http://schemas.microsoft.com/office/drawing/2014/main" id="{902B5D02-077D-487A-98D8-013ECC44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Spaced review • Exams • Progress</a:t>
            </a:r>
          </a:p>
        </p:txBody>
      </p:sp>
      <p:sp>
        <p:nvSpPr>
          <p:cNvPr id="22" name="footer-4">
            <a:extLst xmlns:a="http://schemas.openxmlformats.org/drawingml/2006/main">
              <a:ext uri="{FF2B5EF4-FFF2-40B4-BE49-F238E27FC236}">
                <a16:creationId xmlns:a16="http://schemas.microsoft.com/office/drawing/2014/main" id="{7458734A-C79A-45AF-B429-1A8595CE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568000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DEF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eadth-title">
            <a:extLst xmlns:a="http://schemas.openxmlformats.org/drawingml/2006/main">
              <a:ext uri="{FF2B5EF4-FFF2-40B4-BE49-F238E27FC236}">
                <a16:creationId xmlns:a16="http://schemas.microsoft.com/office/drawing/2014/main" id="{25081E3F-7F55-4F8A-9AED-ACC80087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More than flashcards</a:t>
            </a:r>
          </a:p>
        </p:txBody>
      </p:sp>
      <p:sp>
        <p:nvSpPr>
          <p:cNvPr id="2" name="breadth-triple">
            <a:extLst xmlns:a="http://schemas.openxmlformats.org/drawingml/2006/main">
              <a:ext uri="{FF2B5EF4-FFF2-40B4-BE49-F238E27FC236}">
                <a16:creationId xmlns:a16="http://schemas.microsoft.com/office/drawing/2014/main" id="{1E61E640-CE8E-41CA-BF8E-DD1DE976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Kelime kartlarından fazlası  •  Больше, чем карточки</a:t>
            </a:r>
          </a:p>
        </p:txBody>
      </p:sp>
      <p:sp>
        <p:nvSpPr>
          <p:cNvPr id="3" name="breadth-number">
            <a:extLst xmlns:a="http://schemas.openxmlformats.org/drawingml/2006/main">
              <a:ext uri="{FF2B5EF4-FFF2-40B4-BE49-F238E27FC236}">
                <a16:creationId xmlns:a16="http://schemas.microsoft.com/office/drawing/2014/main" id="{1B9C239A-369E-45E2-A7A5-A7654EF34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62150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breadth-caption">
            <a:extLst xmlns:a="http://schemas.openxmlformats.org/drawingml/2006/main">
              <a:ext uri="{FF2B5EF4-FFF2-40B4-BE49-F238E27FC236}">
                <a16:creationId xmlns:a16="http://schemas.microsoft.com/office/drawing/2014/main" id="{CD0E2646-D4C6-447A-A6C5-99FC4865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48150"/>
            <a:ext cx="4000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focused workspaces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odaklı çalışma alanı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специализированных разделов</a:t>
            </a:r>
          </a:p>
        </p:txBody>
      </p:sp>
      <p:sp>
        <p:nvSpPr>
          <p:cNvPr id="5" name="breadth-divider">
            <a:extLst xmlns:a="http://schemas.openxmlformats.org/drawingml/2006/main">
              <a:ext uri="{FF2B5EF4-FFF2-40B4-BE49-F238E27FC236}">
                <a16:creationId xmlns:a16="http://schemas.microsoft.com/office/drawing/2014/main" id="{12BAC287-10A3-4BA7-98BF-19E33E33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90700"/>
            <a:ext cx="0" cy="394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breadth-item-rule-0">
            <a:extLst xmlns:a="http://schemas.openxmlformats.org/drawingml/2006/main">
              <a:ext uri="{FF2B5EF4-FFF2-40B4-BE49-F238E27FC236}">
                <a16:creationId xmlns:a16="http://schemas.microsoft.com/office/drawing/2014/main" id="{BAA7A936-E9FC-4878-A7CF-9F1551C9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479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breadth-item-0">
            <a:extLst xmlns:a="http://schemas.openxmlformats.org/drawingml/2006/main">
              <a:ext uri="{FF2B5EF4-FFF2-40B4-BE49-F238E27FC236}">
                <a16:creationId xmlns:a16="http://schemas.microsoft.com/office/drawing/2014/main" id="{8926ABBA-D094-4413-A4A2-556F1512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240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RU-EN dictionary · Sözlük · Словарь RU-EN</a:t>
            </a:r>
          </a:p>
        </p:txBody>
      </p:sp>
      <p:sp>
        <p:nvSpPr>
          <p:cNvPr id="8" name="breadth-item-rule-1">
            <a:extLst xmlns:a="http://schemas.openxmlformats.org/drawingml/2006/main">
              <a:ext uri="{FF2B5EF4-FFF2-40B4-BE49-F238E27FC236}">
                <a16:creationId xmlns:a16="http://schemas.microsoft.com/office/drawing/2014/main" id="{67FEAF08-045E-4C7D-BD34-A3D5228B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03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breadth-item-1">
            <a:extLst xmlns:a="http://schemas.openxmlformats.org/drawingml/2006/main">
              <a:ext uri="{FF2B5EF4-FFF2-40B4-BE49-F238E27FC236}">
                <a16:creationId xmlns:a16="http://schemas.microsoft.com/office/drawing/2014/main" id="{BD1D3769-1F79-4F33-91C8-64F06ED9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765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Word bank &amp; grammar · Kelime bankası · Грамматика</a:t>
            </a:r>
          </a:p>
        </p:txBody>
      </p:sp>
      <p:sp>
        <p:nvSpPr>
          <p:cNvPr id="10" name="breadth-item-rule-2">
            <a:extLst xmlns:a="http://schemas.openxmlformats.org/drawingml/2006/main">
              <a:ext uri="{FF2B5EF4-FFF2-40B4-BE49-F238E27FC236}">
                <a16:creationId xmlns:a16="http://schemas.microsoft.com/office/drawing/2014/main" id="{843CC44B-067F-4C31-B830-CA168571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528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breadth-item-2">
            <a:extLst xmlns:a="http://schemas.openxmlformats.org/drawingml/2006/main">
              <a:ext uri="{FF2B5EF4-FFF2-40B4-BE49-F238E27FC236}">
                <a16:creationId xmlns:a16="http://schemas.microsoft.com/office/drawing/2014/main" id="{1225F7FF-0497-4461-89E4-B83DB94D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289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PDF reader · PDF okuyucu · PDF-читалка</a:t>
            </a:r>
          </a:p>
        </p:txBody>
      </p:sp>
      <p:sp>
        <p:nvSpPr>
          <p:cNvPr id="12" name="breadth-item-rule-3">
            <a:extLst xmlns:a="http://schemas.openxmlformats.org/drawingml/2006/main">
              <a:ext uri="{FF2B5EF4-FFF2-40B4-BE49-F238E27FC236}">
                <a16:creationId xmlns:a16="http://schemas.microsoft.com/office/drawing/2014/main" id="{A339741B-1664-4798-91D1-8C3789CC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052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breadth-item-3">
            <a:extLst xmlns:a="http://schemas.openxmlformats.org/drawingml/2006/main">
              <a:ext uri="{FF2B5EF4-FFF2-40B4-BE49-F238E27FC236}">
                <a16:creationId xmlns:a16="http://schemas.microsoft.com/office/drawing/2014/main" id="{29CF31C5-02AC-40DF-97E4-90777C0C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814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AI tutor · AI öğretmen · ИИ-преподаватель</a:t>
            </a:r>
          </a:p>
        </p:txBody>
      </p:sp>
      <p:sp>
        <p:nvSpPr>
          <p:cNvPr id="14" name="breadth-item-rule-4">
            <a:extLst xmlns:a="http://schemas.openxmlformats.org/drawingml/2006/main">
              <a:ext uri="{FF2B5EF4-FFF2-40B4-BE49-F238E27FC236}">
                <a16:creationId xmlns:a16="http://schemas.microsoft.com/office/drawing/2014/main" id="{1D01FCB0-AEF3-4796-B46E-E107857C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577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5" name="breadth-item-4">
            <a:extLst xmlns:a="http://schemas.openxmlformats.org/drawingml/2006/main">
              <a:ext uri="{FF2B5EF4-FFF2-40B4-BE49-F238E27FC236}">
                <a16:creationId xmlns:a16="http://schemas.microsoft.com/office/drawing/2014/main" id="{A5EE3755-AAB8-4E2F-AF5A-F9F35102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338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Speaking, handwriting, exams, progress</a:t>
            </a:r>
          </a:p>
        </p:txBody>
      </p:sp>
      <p:sp>
        <p:nvSpPr>
          <p:cNvPr id="16" name="breadth-item-rule-5">
            <a:extLst xmlns:a="http://schemas.openxmlformats.org/drawingml/2006/main">
              <a:ext uri="{FF2B5EF4-FFF2-40B4-BE49-F238E27FC236}">
                <a16:creationId xmlns:a16="http://schemas.microsoft.com/office/drawing/2014/main" id="{22F8D8B7-FA24-4625-BB27-96A4FB8C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01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7" name="breadth-item-5">
            <a:extLst xmlns:a="http://schemas.openxmlformats.org/drawingml/2006/main">
              <a:ext uri="{FF2B5EF4-FFF2-40B4-BE49-F238E27FC236}">
                <a16:creationId xmlns:a16="http://schemas.microsoft.com/office/drawing/2014/main" id="{9AF3AEDC-E47F-478B-AC9B-ABED87A7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863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Konuşma, el yazısı, sınav, ilerleme</a:t>
            </a:r>
          </a:p>
        </p:txBody>
      </p:sp>
      <p:sp>
        <p:nvSpPr>
          <p:cNvPr id="18" name="breadth-item-rule-6">
            <a:extLst xmlns:a="http://schemas.openxmlformats.org/drawingml/2006/main">
              <a:ext uri="{FF2B5EF4-FFF2-40B4-BE49-F238E27FC236}">
                <a16:creationId xmlns:a16="http://schemas.microsoft.com/office/drawing/2014/main" id="{4781C19E-152F-446B-A853-D9C6C81A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626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9" name="breadth-item-6">
            <a:extLst xmlns:a="http://schemas.openxmlformats.org/drawingml/2006/main">
              <a:ext uri="{FF2B5EF4-FFF2-40B4-BE49-F238E27FC236}">
                <a16:creationId xmlns:a16="http://schemas.microsoft.com/office/drawing/2014/main" id="{36D59AC3-881A-4706-99B3-A210A12C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387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Разговор, почерк, экзамены, прогресс</a:t>
            </a:r>
          </a:p>
        </p:txBody>
      </p:sp>
      <p:sp>
        <p:nvSpPr>
          <p:cNvPr id="20" name="footer-5">
            <a:extLst xmlns:a="http://schemas.openxmlformats.org/drawingml/2006/main">
              <a:ext uri="{FF2B5EF4-FFF2-40B4-BE49-F238E27FC236}">
                <a16:creationId xmlns:a16="http://schemas.microsoft.com/office/drawing/2014/main" id="{14FEF026-3D55-405D-B4DC-52574808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717143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rivacy-title">
            <a:extLst xmlns:a="http://schemas.openxmlformats.org/drawingml/2006/main">
              <a:ext uri="{FF2B5EF4-FFF2-40B4-BE49-F238E27FC236}">
                <a16:creationId xmlns:a16="http://schemas.microsoft.com/office/drawing/2014/main" id="{F921E2C5-0D0E-44C8-8EA1-75704EFC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Private by default. Flexible when needed.</a:t>
            </a:r>
          </a:p>
        </p:txBody>
      </p:sp>
      <p:sp>
        <p:nvSpPr>
          <p:cNvPr id="2" name="privacy-tr">
            <a:extLst xmlns:a="http://schemas.openxmlformats.org/drawingml/2006/main">
              <a:ext uri="{FF2B5EF4-FFF2-40B4-BE49-F238E27FC236}">
                <a16:creationId xmlns:a16="http://schemas.microsoft.com/office/drawing/2014/main" id="{6F6CB9A3-E0CA-466B-B026-5041FB74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96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Varsayılan olarak özel. Gerektiğinde esnek.</a:t>
            </a:r>
          </a:p>
        </p:txBody>
      </p:sp>
      <p:sp>
        <p:nvSpPr>
          <p:cNvPr id="3" name="privacy-ru">
            <a:extLst xmlns:a="http://schemas.openxmlformats.org/drawingml/2006/main">
              <a:ext uri="{FF2B5EF4-FFF2-40B4-BE49-F238E27FC236}">
                <a16:creationId xmlns:a16="http://schemas.microsoft.com/office/drawing/2014/main" id="{FC70649D-B7A3-4B44-8C33-E9A7C5AE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335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Конфиденциальность по умолчанию. Гибкость при необходимости.</a:t>
            </a:r>
          </a:p>
        </p:txBody>
      </p:sp>
      <p:sp>
        <p:nvSpPr>
          <p:cNvPr id="4" name="privacy-divider">
            <a:extLst xmlns:a="http://schemas.openxmlformats.org/drawingml/2006/main">
              <a:ext uri="{FF2B5EF4-FFF2-40B4-BE49-F238E27FC236}">
                <a16:creationId xmlns:a16="http://schemas.microsoft.com/office/drawing/2014/main" id="{E3B68CB1-D20C-4955-B8D2-F10672B9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local-label">
            <a:extLst xmlns:a="http://schemas.openxmlformats.org/drawingml/2006/main">
              <a:ext uri="{FF2B5EF4-FFF2-40B4-BE49-F238E27FC236}">
                <a16:creationId xmlns:a16="http://schemas.microsoft.com/office/drawing/2014/main" id="{1DB60458-0345-4826-B3AB-DB20887F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LOCAL CORE</a:t>
            </a:r>
          </a:p>
        </p:txBody>
      </p:sp>
      <p:sp>
        <p:nvSpPr>
          <p:cNvPr id="6" name="local-head">
            <a:extLst xmlns:a="http://schemas.openxmlformats.org/drawingml/2006/main">
              <a:ext uri="{FF2B5EF4-FFF2-40B4-BE49-F238E27FC236}">
                <a16:creationId xmlns:a16="http://schemas.microsoft.com/office/drawing/2014/main" id="{7066AC72-F891-45C4-99A9-C5944AF7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Study data stays on your machine</a:t>
            </a:r>
          </a:p>
        </p:txBody>
      </p:sp>
      <p:sp>
        <p:nvSpPr>
          <p:cNvPr id="7" name="local-copy">
            <a:extLst xmlns:a="http://schemas.openxmlformats.org/drawingml/2006/main">
              <a:ext uri="{FF2B5EF4-FFF2-40B4-BE49-F238E27FC236}">
                <a16:creationId xmlns:a16="http://schemas.microsoft.com/office/drawing/2014/main" id="{CC78447E-AFFC-4B72-9ADB-E2322ECCC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İlerleme SQLite içinde yerel saklanır.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Sözlük ve AI öğretmen LM Studio ile yerelde çalışır.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Прогресс хранится локально в SQLite.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Словарь и ИИ работают локально через LM Studio.</a:t>
            </a:r>
          </a:p>
        </p:txBody>
      </p:sp>
      <p:sp>
        <p:nvSpPr>
          <p:cNvPr id="8" name="optional-label">
            <a:extLst xmlns:a="http://schemas.openxmlformats.org/drawingml/2006/main">
              <a:ext uri="{FF2B5EF4-FFF2-40B4-BE49-F238E27FC236}">
                <a16:creationId xmlns:a16="http://schemas.microsoft.com/office/drawing/2014/main" id="{E9951BD9-7C96-4AED-BA34-F6675228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OPTIONAL NETWORK</a:t>
            </a:r>
          </a:p>
        </p:txBody>
      </p:sp>
      <p:sp>
        <p:nvSpPr>
          <p:cNvPr id="9" name="optional-head">
            <a:extLst xmlns:a="http://schemas.openxmlformats.org/drawingml/2006/main">
              <a:ext uri="{FF2B5EF4-FFF2-40B4-BE49-F238E27FC236}">
                <a16:creationId xmlns:a16="http://schemas.microsoft.com/office/drawing/2014/main" id="{E5A13A67-2619-4C38-A231-C54C66B4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Online features activate only by choice</a:t>
            </a:r>
          </a:p>
        </p:txBody>
      </p:sp>
      <p:sp>
        <p:nvSpPr>
          <p:cNvPr id="10" name="optional-copy">
            <a:extLst xmlns:a="http://schemas.openxmlformats.org/drawingml/2006/main">
              <a:ext uri="{FF2B5EF4-FFF2-40B4-BE49-F238E27FC236}">
                <a16:creationId xmlns:a16="http://schemas.microsoft.com/office/drawing/2014/main" id="{98F54DF0-2A21-4ECB-893A-2D8CDEED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Kaynak indirmeleri ve alternatif AI ucu (NVIDIA NIM / özel OpenAI uyumlu URL) internet kullanır; anahtar Credential Manager'da.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Core learning remains available without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Загрузки и альтернативный ИИ-узел (NVIDIA NIM) используют интернет.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Основное обучение доступно и без них.</a:t>
            </a:r>
          </a:p>
        </p:txBody>
      </p:sp>
      <p:sp>
        <p:nvSpPr>
          <p:cNvPr id="11" name="footer-6">
            <a:extLst xmlns:a="http://schemas.openxmlformats.org/drawingml/2006/main">
              <a:ext uri="{FF2B5EF4-FFF2-40B4-BE49-F238E27FC236}">
                <a16:creationId xmlns:a16="http://schemas.microsoft.com/office/drawing/2014/main" id="{F1A3E017-A6BD-4CAA-8843-5810BA4C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245934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platform-title">
            <a:extLst xmlns:a="http://schemas.openxmlformats.org/drawingml/2006/main">
              <a:ext uri="{FF2B5EF4-FFF2-40B4-BE49-F238E27FC236}">
                <a16:creationId xmlns:a16="http://schemas.microsoft.com/office/drawing/2014/main" id="{611E8FC2-700C-450A-8EFB-9CAE5AEF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Platforms &amp; Download</a:t>
            </a:r>
          </a:p>
        </p:txBody>
      </p:sp>
      <p:sp>
        <p:nvSpPr>
          <p:cNvPr id="2" name="platform-subtitle">
            <a:extLst xmlns:a="http://schemas.openxmlformats.org/drawingml/2006/main">
              <a:ext uri="{FF2B5EF4-FFF2-40B4-BE49-F238E27FC236}">
                <a16:creationId xmlns:a16="http://schemas.microsoft.com/office/drawing/2014/main" id="{D288FBF8-A726-4571-B9FE-C6D2406D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Platformlar &amp; İndirme  •  Платформы и загрузка</a:t>
            </a:r>
          </a:p>
        </p:txBody>
      </p:sp>
      <p:sp>
        <p:nvSpPr>
          <p:cNvPr id="3" name="platform-rule">
            <a:extLst xmlns:a="http://schemas.openxmlformats.org/drawingml/2006/main">
              <a:ext uri="{FF2B5EF4-FFF2-40B4-BE49-F238E27FC236}">
                <a16:creationId xmlns:a16="http://schemas.microsoft.com/office/drawing/2014/main" id="{2E77C72E-33C4-4BF6-AC43-3AD417CA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platform-label-0">
            <a:extLst xmlns:a="http://schemas.openxmlformats.org/drawingml/2006/main">
              <a:ext uri="{FF2B5EF4-FFF2-40B4-BE49-F238E27FC236}">
                <a16:creationId xmlns:a16="http://schemas.microsoft.com/office/drawing/2014/main" id="{F1B736DB-96C2-4D8D-85EC-5CCA96B2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platform-body-0">
            <a:extLst xmlns:a="http://schemas.openxmlformats.org/drawingml/2006/main">
              <a:ext uri="{FF2B5EF4-FFF2-40B4-BE49-F238E27FC236}">
                <a16:creationId xmlns:a16="http://schemas.microsoft.com/office/drawing/2014/main" id="{F53A0E72-51DD-4E0C-A776-71002CAE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github.com/Azizsekerdil/RussianCourseAI/releases (v1.1.0) (özel repo)</a:t>
            </a:r>
          </a:p>
        </p:txBody>
      </p:sp>
      <p:sp>
        <p:nvSpPr>
          <p:cNvPr id="6" name="platform-label-1">
            <a:extLst xmlns:a="http://schemas.openxmlformats.org/drawingml/2006/main">
              <a:ext uri="{FF2B5EF4-FFF2-40B4-BE49-F238E27FC236}">
                <a16:creationId xmlns:a16="http://schemas.microsoft.com/office/drawing/2014/main" id="{0CC0E6A2-9D54-4AD1-82EE-69360867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00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7" name="platform-body-1">
            <a:extLst xmlns:a="http://schemas.openxmlformats.org/drawingml/2006/main">
              <a:ext uri="{FF2B5EF4-FFF2-40B4-BE49-F238E27FC236}">
                <a16:creationId xmlns:a16="http://schemas.microsoft.com/office/drawing/2014/main" id="{EBE1B081-D26F-419E-AB3F-DE09C72A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71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(v1.1.0)</a:t>
            </a:r>
          </a:p>
        </p:txBody>
      </p:sp>
      <p:sp>
        <p:nvSpPr>
          <p:cNvPr id="8" name="platform-label-2">
            <a:extLst xmlns:a="http://schemas.openxmlformats.org/drawingml/2006/main">
              <a:ext uri="{FF2B5EF4-FFF2-40B4-BE49-F238E27FC236}">
                <a16:creationId xmlns:a16="http://schemas.microsoft.com/office/drawing/2014/main" id="{7847B70C-82C8-461F-958D-322B205C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9" name="platform-body-2">
            <a:extLst xmlns:a="http://schemas.openxmlformats.org/drawingml/2006/main">
              <a:ext uri="{FF2B5EF4-FFF2-40B4-BE49-F238E27FC236}">
                <a16:creationId xmlns:a16="http://schemas.microsoft.com/office/drawing/2014/main" id="{552055B3-DA50-4690-A3DA-C476FC01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577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и macOS (Apple Silicon) — Загрузка: GitHub Releases (v1.1.0)</a:t>
            </a:r>
          </a:p>
        </p:txBody>
      </p:sp>
      <p:sp>
        <p:nvSpPr>
          <p:cNvPr id="10" name="platform-footnote-rule">
            <a:extLst xmlns:a="http://schemas.openxmlformats.org/drawingml/2006/main">
              <a:ext uri="{FF2B5EF4-FFF2-40B4-BE49-F238E27FC236}">
                <a16:creationId xmlns:a16="http://schemas.microsoft.com/office/drawing/2014/main" id="{5FF6F732-9434-402E-A630-40A92838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95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platform-footnote">
            <a:extLst xmlns:a="http://schemas.openxmlformats.org/drawingml/2006/main">
              <a:ext uri="{FF2B5EF4-FFF2-40B4-BE49-F238E27FC236}">
                <a16:creationId xmlns:a16="http://schemas.microsoft.com/office/drawing/2014/main" id="{6D758C97-B738-452E-BD3E-71AF1C6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Release v1.1.0 — iki paket: Windows zip + macOS zip. macOS paketi Apple Silicon (arm64) içindir ve notarize edilmemiştir; ilk açılışta sağ tık → Aç.</a:t>
            </a:r>
          </a:p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Depo özel (private) — github.com/Azizsekerdil/RussianCourseAI bağlantısına yalnızca hesap sahibi erişebilir.</a:t>
            </a:r>
          </a:p>
        </p:txBody>
      </p:sp>
      <p:sp>
        <p:nvSpPr>
          <p:cNvPr id="12" name="footer-7">
            <a:extLst xmlns:a="http://schemas.openxmlformats.org/drawingml/2006/main">
              <a:ext uri="{FF2B5EF4-FFF2-40B4-BE49-F238E27FC236}">
                <a16:creationId xmlns:a16="http://schemas.microsoft.com/office/drawing/2014/main" id="{D4494DCE-039B-453B-A39F-1AAEA813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001477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480F25C4-97C9-46EF-AC5B-36FD37BD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START YOUR NEXT SESSION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D487C06F-ECB0-4E42-B341-2EEB4013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Build a Russian routine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that belongs to you.</a:t>
            </a:r>
          </a:p>
        </p:txBody>
      </p:sp>
      <p:sp>
        <p:nvSpPr>
          <p:cNvPr id="3" name="close-tr">
            <a:extLst xmlns:a="http://schemas.openxmlformats.org/drawingml/2006/main">
              <a:ext uri="{FF2B5EF4-FFF2-40B4-BE49-F238E27FC236}">
                <a16:creationId xmlns:a16="http://schemas.microsoft.com/office/drawing/2014/main" id="{7665D151-359C-4192-8E2B-CE2CAE29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Size ait bir Rusça rutini oluşturun.</a:t>
            </a:r>
          </a:p>
        </p:txBody>
      </p:sp>
      <p:sp>
        <p:nvSpPr>
          <p:cNvPr id="4" name="close-ru">
            <a:extLst xmlns:a="http://schemas.openxmlformats.org/drawingml/2006/main">
              <a:ext uri="{FF2B5EF4-FFF2-40B4-BE49-F238E27FC236}">
                <a16:creationId xmlns:a16="http://schemas.microsoft.com/office/drawing/2014/main" id="{77BB3B4A-2BF0-4F33-AAC2-663589BC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Создайте свой ритм изучения русского.</a:t>
            </a:r>
          </a:p>
        </p:txBody>
      </p:sp>
      <p:sp>
        <p:nvSpPr>
          <p:cNvPr id="5" name="close-rule">
            <a:extLst xmlns:a="http://schemas.openxmlformats.org/drawingml/2006/main">
              <a:ext uri="{FF2B5EF4-FFF2-40B4-BE49-F238E27FC236}">
                <a16:creationId xmlns:a16="http://schemas.microsoft.com/office/drawing/2014/main" id="{2E0E6863-2150-4B09-9A4F-275FB8DA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D4783F94-AD85-46F4-973D-590BE5DD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INSTALL  •  LEARN  •  REVIEW</a:t>
            </a:r>
          </a:p>
        </p:txBody>
      </p:sp>
      <p:sp>
        <p:nvSpPr>
          <p:cNvPr id="7" name="close-meta">
            <a:extLst xmlns:a="http://schemas.openxmlformats.org/drawingml/2006/main">
              <a:ext uri="{FF2B5EF4-FFF2-40B4-BE49-F238E27FC236}">
                <a16:creationId xmlns:a16="http://schemas.microsoft.com/office/drawing/2014/main" id="{89FF406E-04EC-4175-A984-81D392C1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483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+ macOS  •  A1-C1  •  TR / EN / RU</a:t>
            </a:r>
          </a:p>
        </p:txBody>
      </p:sp>
      <p:sp>
        <p:nvSpPr>
          <p:cNvPr id="8" name="footer-8">
            <a:extLst xmlns:a="http://schemas.openxmlformats.org/drawingml/2006/main">
              <a:ext uri="{FF2B5EF4-FFF2-40B4-BE49-F238E27FC236}">
                <a16:creationId xmlns:a16="http://schemas.microsoft.com/office/drawing/2014/main" id="{8D2FB1DA-09D4-4456-9303-C8EC2E5D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316653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2026-09-06T08:16:20.6610000Z</dcterms:created>
  <dcterms:modified xsi:type="dcterms:W3CDTF">2026-09-06T08:16:20.6610000Z</dcterms:modified>
</coreProperties>
</file>