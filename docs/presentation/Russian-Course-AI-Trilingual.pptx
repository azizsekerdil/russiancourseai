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b7dabf1f274375" /><Relationship Type="http://schemas.openxmlformats.org/officeDocument/2006/relationships/extended-properties" Target="/docProps/app.xml" Id="Rba1b2c30b6a54586" /><Relationship Type="http://schemas.openxmlformats.org/officeDocument/2006/relationships/officeDocument" Target="/ppt/presentation.xml" Id="R16a7c8dbadad45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43d59718c64380"/>
  </p:sldMasterIdLst>
  <p:notesMasterIdLst>
    <p:notesMasterId xmlns:r="http://schemas.openxmlformats.org/officeDocument/2006/relationships" r:id="Rffc1ad3513bd4a17"/>
  </p:notesMasterIdLst>
  <p:sldIdLst>
    <p:sldId xmlns:r="http://schemas.openxmlformats.org/officeDocument/2006/relationships" id="256" r:id="R2d19788d0dc74543"/>
    <p:sldId xmlns:r="http://schemas.openxmlformats.org/officeDocument/2006/relationships" id="257" r:id="R39ce3473945147b3"/>
    <p:sldId xmlns:r="http://schemas.openxmlformats.org/officeDocument/2006/relationships" id="258" r:id="Rdc7b4bd3670d448f"/>
    <p:sldId xmlns:r="http://schemas.openxmlformats.org/officeDocument/2006/relationships" id="259" r:id="R71089e54d85c4a71"/>
    <p:sldId xmlns:r="http://schemas.openxmlformats.org/officeDocument/2006/relationships" id="260" r:id="R38a32eba047844e2"/>
    <p:sldId xmlns:r="http://schemas.openxmlformats.org/officeDocument/2006/relationships" id="261" r:id="R89dd58934f0546e3"/>
    <p:sldId xmlns:r="http://schemas.openxmlformats.org/officeDocument/2006/relationships" id="262" r:id="Rf65ccbe3a294474e"/>
    <p:sldId xmlns:r="http://schemas.openxmlformats.org/officeDocument/2006/relationships" id="263" r:id="R130b3dc25d6f40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7692773fad4ebc" /><Relationship Type="http://schemas.openxmlformats.org/officeDocument/2006/relationships/slideMaster" Target="/ppt/slideMasters/slideMaster1.xml" Id="R9243d59718c64380" /><Relationship Type="http://schemas.openxmlformats.org/officeDocument/2006/relationships/notesMaster" Target="/ppt/notesMasters/notesMaster1.xml" Id="Rffc1ad3513bd4a17" /><Relationship Type="http://schemas.openxmlformats.org/officeDocument/2006/relationships/presProps" Target="/ppt/presProps.xml" Id="Radd3bf636ab54d6e" /><Relationship Type="http://schemas.openxmlformats.org/officeDocument/2006/relationships/tableStyles" Target="/ppt/tableStyles.xml" Id="R927801e0965240f3" /><Relationship Type="http://schemas.openxmlformats.org/officeDocument/2006/relationships/slide" Target="/ppt/slides/slide1.xml" Id="R2d19788d0dc74543" /><Relationship Type="http://schemas.openxmlformats.org/officeDocument/2006/relationships/slide" Target="/ppt/slides/slide2.xml" Id="R39ce3473945147b3" /><Relationship Type="http://schemas.openxmlformats.org/officeDocument/2006/relationships/slide" Target="/ppt/slides/slide3.xml" Id="Rdc7b4bd3670d448f" /><Relationship Type="http://schemas.openxmlformats.org/officeDocument/2006/relationships/slide" Target="/ppt/slides/slide4.xml" Id="R71089e54d85c4a71" /><Relationship Type="http://schemas.openxmlformats.org/officeDocument/2006/relationships/slide" Target="/ppt/slides/slide5.xml" Id="R38a32eba047844e2" /><Relationship Type="http://schemas.openxmlformats.org/officeDocument/2006/relationships/slide" Target="/ppt/slides/slide6.xml" Id="R89dd58934f0546e3" /><Relationship Type="http://schemas.openxmlformats.org/officeDocument/2006/relationships/slide" Target="/ppt/slides/slide7.xml" Id="Rf65ccbe3a294474e" /><Relationship Type="http://schemas.openxmlformats.org/officeDocument/2006/relationships/slide" Target="/ppt/slides/slide8.xml" Id="R130b3dc25d6f40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76999c322b40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60071e63a64228" /><Relationship Type="http://schemas.openxmlformats.org/officeDocument/2006/relationships/notesMaster" Target="/ppt/notesMasters/notesMaster1.xml" Id="R3c40e7b47e9d41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90840c189e45b1" /><Relationship Type="http://schemas.openxmlformats.org/officeDocument/2006/relationships/notesMaster" Target="/ppt/notesMasters/notesMaster1.xml" Id="R39252c407c0440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93ad6c191d4ec9" /><Relationship Type="http://schemas.openxmlformats.org/officeDocument/2006/relationships/notesMaster" Target="/ppt/notesMasters/notesMaster1.xml" Id="R88d1a5015cc244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c326ea88474772" /><Relationship Type="http://schemas.openxmlformats.org/officeDocument/2006/relationships/notesMaster" Target="/ppt/notesMasters/notesMaster1.xml" Id="R70f9cc56737841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52e80cdc3b465b" /><Relationship Type="http://schemas.openxmlformats.org/officeDocument/2006/relationships/notesMaster" Target="/ppt/notesMasters/notesMaster1.xml" Id="R403bfa59712349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59435b5a8146a0" /><Relationship Type="http://schemas.openxmlformats.org/officeDocument/2006/relationships/notesMaster" Target="/ppt/notesMasters/notesMaster1.xml" Id="R358d63d170514b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138271c4e941f8" /><Relationship Type="http://schemas.openxmlformats.org/officeDocument/2006/relationships/notesMaster" Target="/ppt/notesMasters/notesMaster1.xml" Id="R1d905a86cf9e47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6e2191e0ee4548" /><Relationship Type="http://schemas.openxmlformats.org/officeDocument/2006/relationships/notesMaster" Target="/ppt/notesMasters/notesMaster1.xml" Id="R2fa3c518975343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(product positioning and supported levels)</a:t>
            </a:r>
          </a:p>
          <a:p xmlns:a="http://schemas.openxmlformats.org/drawingml/2006/main">
            <a:r>
              <a:t>- D:/Russian/docs/presentation/assets/russian-course-ai-hero.png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D:/Russian/rca/i18n.py (Turkish, English, and Russian interface catalog)</a:t>
            </a:r>
          </a:p>
          <a:p xmlns:a="http://schemas.openxmlformats.org/drawingml/2006/main">
            <a:r>
              <a:t>- D:/Russian/Russian_Course_AI.pyw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D:/Russian/rca/tabs/srs_tab.py (daily review workflow and five study modes)</a:t>
            </a:r>
          </a:p>
          <a:p xmlns:a="http://schemas.openxmlformats.org/drawingml/2006/main">
            <a:r>
              <a:t>- D:/Russian/Russian_Course_AI.pyw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D:/Russian/Russian_Course_AI.pyw (18 entries in TAB_SPECS)</a:t>
            </a:r>
          </a:p>
          <a:p xmlns:a="http://schemas.openxmlformats.org/drawingml/2006/main">
            <a:r>
              <a:t>- D:/Russian/rca/dictionary.py + rca/dict_data.py (RU-EN-TR dictionary with direction switch, 1,360 built-in entries with Turkish glosses, OpenRussian layer)</a:t>
            </a:r>
          </a:p>
          <a:p xmlns:a="http://schemas.openxmlformats.org/drawingml/2006/main">
            <a:r>
              <a:t>- D:/Russian/README.md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(local LM Studio, optional NVIDIA NIM, and Resource Center network behavior)</a:t>
            </a:r>
          </a:p>
          <a:p xmlns:a="http://schemas.openxmlformats.org/drawingml/2006/main">
            <a:r>
              <a:t>- D:/Russian/rca/db.py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https://github.com/Azizsekerdil/RussianCourseAI/releases/tag/v1.2.0 (v1.2.0 release with Windows and macOS zip assets;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0ef139ca7347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8a48e017b246d5" /><Relationship Type="http://schemas.openxmlformats.org/officeDocument/2006/relationships/slideLayout" Target="/ppt/slideLayouts/slideLayout1.xml" Id="R283a1827d06047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3a1827d06047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355277972844b3" /><Relationship Type="http://schemas.openxmlformats.org/officeDocument/2006/relationships/image" Target="/ppt/media/image.png" Id="R1a1df4690db744be" /><Relationship Type="http://schemas.openxmlformats.org/officeDocument/2006/relationships/notesSlide" Target="/ppt/notesSlides/notesSlide1.xml" Id="R86b84b77b40b40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b3c35fc7b4c9f" /><Relationship Type="http://schemas.openxmlformats.org/officeDocument/2006/relationships/image" Target="/ppt/media/image2.png" Id="Rbc19aa0a9a834338" /><Relationship Type="http://schemas.openxmlformats.org/officeDocument/2006/relationships/notesSlide" Target="/ppt/notesSlides/notesSlide2.xml" Id="Rdef072fdc54d4a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3344be0334a2b" /><Relationship Type="http://schemas.openxmlformats.org/officeDocument/2006/relationships/notesSlide" Target="/ppt/notesSlides/notesSlide3.xml" Id="Rb47c093d43444b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2ea6ea02845f6" /><Relationship Type="http://schemas.openxmlformats.org/officeDocument/2006/relationships/notesSlide" Target="/ppt/notesSlides/notesSlide4.xml" Id="Rdb6dcf1938f648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779b2679845d0" /><Relationship Type="http://schemas.openxmlformats.org/officeDocument/2006/relationships/notesSlide" Target="/ppt/notesSlides/notesSlide5.xml" Id="R06f5ee99ed5f4f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36aa7d5d24f12" /><Relationship Type="http://schemas.openxmlformats.org/officeDocument/2006/relationships/notesSlide" Target="/ppt/notesSlides/notesSlide6.xml" Id="R2181db67f7fc40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3bd2fc1194bf9" /><Relationship Type="http://schemas.openxmlformats.org/officeDocument/2006/relationships/notesSlide" Target="/ppt/notesSlides/notesSlide7.xml" Id="R7a19c1e136604e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9f03c3ecb48d3" /><Relationship Type="http://schemas.openxmlformats.org/officeDocument/2006/relationships/notesSlide" Target="/ppt/notesSlides/notesSlide8.xml" Id="R4381fe202d024b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29AFB08-C3EA-4BBA-B7AA-9C5289C1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CFB3B6E-669F-4405-A72B-4337E2BF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A46D1FC0-2855-498A-A7FA-FAD59463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732EB094-7ABA-4DB8-87F9-C89185B3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6F131FC5-1E07-4464-AB84-36781AB5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37D1E367-E120-4682-86B3-29D8A506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159BDF93-65A4-4B70-AFED-D1A32B3B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9BE51A69-6828-4395-87D0-E4A34893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1df4690db744be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58CD8957-A08B-45C0-803B-626444B8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940960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24643229-ED78-464A-948D-2D00D5E9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35513F5D-1CFF-4415-B2F6-25122FA7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E5F0C7C8-625F-4928-A3CE-6962C031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9aa0a9a834338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3695F82A-3A70-4280-97F4-74034D1A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3070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C8F541AD-E941-466F-8A19-E70DDB9C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26D27363-EE34-477A-9BD7-7340223C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A062F3B4-417D-4F6D-8B11-BD98520C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C5AEB42A-FC38-49F1-8A2C-936879D1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D0F131D4-6F83-43EE-BAF6-E764DEE0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2D34C88C-8C2D-4933-9A5F-ABDF74E2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8C66BF13-7995-4F5F-8F44-E0DF42F7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9FEE6A9F-FFF9-4F59-B4CB-C610B62F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BAE1D2BA-E59B-4F28-B68E-838D2840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818F11EF-B445-433F-8015-77B6BF74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0AFC85F9-543D-46F7-ABE8-949A6E2A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0E1905D4-EE07-4FE6-AFB6-296CB05C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4135E8AC-8A5B-422C-8025-2DB7125F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6C2BCE05-C3D3-4364-911E-4166664D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681FFC26-E345-4997-8FD5-A3573CB4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7CC6D7D6-DAC9-4E48-868F-E69DBE06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696380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C7DEA656-7A1C-47FE-9501-A7B5B52C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8C0817CA-E719-4EAA-875F-721EA386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B56C3A5E-0C2E-4C8F-A840-FF751903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64FBFA2E-ACEB-4C41-BE14-295189F0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4701F629-7932-45E6-84D4-3495B3E6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7140348C-FD08-4FFB-AC1E-16E4DC47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8F71C090-B219-4DF0-AD4E-77542EC7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9A2ADE5D-4757-4FF5-AB0D-17E40AD3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0A0E55E4-CA44-405F-A0CF-200C2C1F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Dictionary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9E5CF83A-29A7-4177-B029-2343CA6F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851ABF14-8268-464C-981D-F9CB7F60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AC8B7F09-7192-4C5D-8B86-AFB15178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A2F405BF-CC9C-4D09-B642-42D62328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3159703A-E02F-44CE-B3AB-F6AC4707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8B5F77FA-9C09-4B6B-ABCF-91A08798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04CDE943-E01D-49B1-B9D4-ECCC7B89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356E6A4D-06A4-4947-8D89-A28A4894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A0B1DA0A-0BAE-491A-A007-514C9BED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2FE92587-F97C-45FB-A723-62C7B428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DF2D2AA0-D802-4B5E-AA2C-DD3C07B7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D638858F-BA84-46B2-B603-CE5E0E79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D6B4671E-EA3F-4AC7-8100-62CC307F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085009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38A6AAA1-5DAA-4229-A6E0-9C6AB680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68EE8B15-80AD-4E79-8162-8FE8EDCD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04C51819-F721-4340-836C-BC112C4F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26C01411-2B25-4609-B108-4F3A5CAB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A1AA7C38-98E5-4A64-8B39-87344110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31B7202E-E44B-4F66-B216-E6B336BE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2DE1B574-035F-4821-AEAD-E874A768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RU-EN-TR dictionary · Yön seçimli sözlük · Словарь RU-EN-TR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59704FAC-3718-4CEC-A278-7EE18CCB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66DB8DEC-1C95-4ED8-ABBE-D9A34AC0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&amp; grammar · Kelime bankası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94D8F4B7-44AC-4ED7-B0FB-B86DF25D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CD5489D3-1D24-4789-84F3-F8D60B8B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A2692458-4D05-49F0-9678-AE41B0B7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2802C671-E009-4D39-93DB-F284695F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3BF6A12E-21AD-445E-9E0D-1F750F10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F58D1A26-B7D5-40A8-8009-BE677F10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5B979B8A-4BE5-4622-A446-1312E307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1F678155-3876-42EE-9CE2-136D1181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90DD7E5B-CAC4-42E4-A3DF-C1213FCF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CDA10238-1B6E-4B72-9FFC-D3149252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09580DBA-62C8-472A-93E6-A6EF25A3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082985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7B6F448A-5201-4040-AE76-43E29F28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53F1A4A4-2928-4293-96C6-A549EA96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BFDDFCD7-5AC9-46E4-91FA-2B17E763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6CEFF55E-D8A9-411D-BAB5-D0A15E85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18B1F1CB-A78F-43EA-BAF4-A8B25364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F3E9A2F9-7025-47A4-BB47-6171805B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E0FEBCC2-B693-4B92-8132-D3260DCE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Sözlük ve AI öğretmen LM Studio ile yerelde çalışır.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Словарь и ИИ работают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CA8033C6-1134-4F4B-AABC-3A0B53A0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EC6D6730-293F-4D45-AFE9-657ADFDB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86F3189B-5A2E-40B6-B218-EE5F598A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alternatif AI ucu (NVIDIA NIM / özel OpenAI uyumlu URL) internet kullanır; anahtar Credential Manager'da.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и альтернативный ИИ-узел (NVIDIA NIM)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34138668-1062-445E-9A12-A15C7CEF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84548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124BE4C7-D8A6-4EA3-BC7E-3E308C89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C53FA8A5-70FD-464F-A0E5-EFD096BA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5DEEBB13-08EB-4573-A204-D7BB86E0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26120135-199C-4020-851E-B7FAFE0C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EEB9CD16-A49B-46ED-8ECB-F879A6CF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(v1.2.0) (özel repo)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5D66151D-08E9-479C-81E6-C18BBF59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8695CF7A-E8FC-4713-8318-3ECFFB22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(v1.2.0)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07C4D870-C741-463B-AE88-26E84F8B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E2B1D37F-AA01-44F8-BF1A-2A6A2A10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(v1.2.0)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EA683EDA-4ADE-4225-8EF4-A2639529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7F06CA6D-1B88-47DF-B72B-2FD5C2DD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v1.2.0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Depo özel (private) — github.com/Azizsekerdil/RussianCourseAI bağlantısına yalnızca hesap sahibi erişebilir.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FA21683F-1F25-4F11-8BE1-389E6A8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741432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B80CC577-4EBF-4A37-BA6D-92F5134B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945A5272-9BEC-41EB-A2C8-86A2BA8D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22A0C282-D8C6-4FB5-A57F-50215D57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EE8E69C4-620E-4825-BBC4-0FFC6D5B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78DD97A4-CB46-4AD0-98B7-29A3616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1C15A4D2-1FE1-49B5-9E6C-E86CFCE2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4F5BE54E-986B-49C5-8AD4-CB70059F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6EB1C04F-C06F-48D4-90E8-25FC34A0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764367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2026-09-06T15:29:10.1290000Z</dcterms:created>
  <dcterms:modified xsi:type="dcterms:W3CDTF">2026-09-06T15:29:10.1290000Z</dcterms:modified>
</coreProperties>
</file>