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f89f3cde9d4ef9" /><Relationship Type="http://schemas.openxmlformats.org/officeDocument/2006/relationships/extended-properties" Target="/docProps/app.xml" Id="Rd62530283c9d4a64" /><Relationship Type="http://schemas.openxmlformats.org/officeDocument/2006/relationships/officeDocument" Target="/ppt/presentation.xml" Id="R4128852a3a644e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638df790e24309"/>
  </p:sldMasterIdLst>
  <p:notesMasterIdLst>
    <p:notesMasterId xmlns:r="http://schemas.openxmlformats.org/officeDocument/2006/relationships" r:id="R99115881d6d740b0"/>
  </p:notesMasterIdLst>
  <p:sldIdLst>
    <p:sldId xmlns:r="http://schemas.openxmlformats.org/officeDocument/2006/relationships" id="256" r:id="R4dce43551a9e4ec5"/>
    <p:sldId xmlns:r="http://schemas.openxmlformats.org/officeDocument/2006/relationships" id="257" r:id="Rd5d8eb9b4cce4859"/>
    <p:sldId xmlns:r="http://schemas.openxmlformats.org/officeDocument/2006/relationships" id="258" r:id="Rd0c22b7f66304e00"/>
    <p:sldId xmlns:r="http://schemas.openxmlformats.org/officeDocument/2006/relationships" id="259" r:id="R3a35e0a5d1f54d41"/>
    <p:sldId xmlns:r="http://schemas.openxmlformats.org/officeDocument/2006/relationships" id="260" r:id="R45d394c5428a49bb"/>
    <p:sldId xmlns:r="http://schemas.openxmlformats.org/officeDocument/2006/relationships" id="261" r:id="Re664ec9617cb45f7"/>
    <p:sldId xmlns:r="http://schemas.openxmlformats.org/officeDocument/2006/relationships" id="262" r:id="R23f6bafabb9a467d"/>
    <p:sldId xmlns:r="http://schemas.openxmlformats.org/officeDocument/2006/relationships" id="263" r:id="R096aaaceb2074d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200a8ae3bc4f65" /><Relationship Type="http://schemas.openxmlformats.org/officeDocument/2006/relationships/slideMaster" Target="/ppt/slideMasters/slideMaster1.xml" Id="Rb1638df790e24309" /><Relationship Type="http://schemas.openxmlformats.org/officeDocument/2006/relationships/notesMaster" Target="/ppt/notesMasters/notesMaster1.xml" Id="R99115881d6d740b0" /><Relationship Type="http://schemas.openxmlformats.org/officeDocument/2006/relationships/presProps" Target="/ppt/presProps.xml" Id="Re31067f7199e4941" /><Relationship Type="http://schemas.openxmlformats.org/officeDocument/2006/relationships/tableStyles" Target="/ppt/tableStyles.xml" Id="R6800b691584b4684" /><Relationship Type="http://schemas.openxmlformats.org/officeDocument/2006/relationships/slide" Target="/ppt/slides/slide1.xml" Id="R4dce43551a9e4ec5" /><Relationship Type="http://schemas.openxmlformats.org/officeDocument/2006/relationships/slide" Target="/ppt/slides/slide2.xml" Id="Rd5d8eb9b4cce4859" /><Relationship Type="http://schemas.openxmlformats.org/officeDocument/2006/relationships/slide" Target="/ppt/slides/slide3.xml" Id="Rd0c22b7f66304e00" /><Relationship Type="http://schemas.openxmlformats.org/officeDocument/2006/relationships/slide" Target="/ppt/slides/slide4.xml" Id="R3a35e0a5d1f54d41" /><Relationship Type="http://schemas.openxmlformats.org/officeDocument/2006/relationships/slide" Target="/ppt/slides/slide5.xml" Id="R45d394c5428a49bb" /><Relationship Type="http://schemas.openxmlformats.org/officeDocument/2006/relationships/slide" Target="/ppt/slides/slide6.xml" Id="Re664ec9617cb45f7" /><Relationship Type="http://schemas.openxmlformats.org/officeDocument/2006/relationships/slide" Target="/ppt/slides/slide7.xml" Id="R23f6bafabb9a467d" /><Relationship Type="http://schemas.openxmlformats.org/officeDocument/2006/relationships/slide" Target="/ppt/slides/slide8.xml" Id="R096aaaceb2074d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5469ea69fa41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62bde7cb394769" /><Relationship Type="http://schemas.openxmlformats.org/officeDocument/2006/relationships/notesMaster" Target="/ppt/notesMasters/notesMaster1.xml" Id="Ra89e1fd171cc42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8dc80a996f4ad8" /><Relationship Type="http://schemas.openxmlformats.org/officeDocument/2006/relationships/notesMaster" Target="/ppt/notesMasters/notesMaster1.xml" Id="R87b933f8490944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d08bd8e96649bc" /><Relationship Type="http://schemas.openxmlformats.org/officeDocument/2006/relationships/notesMaster" Target="/ppt/notesMasters/notesMaster1.xml" Id="Radef8187955e4e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b3decbf8234ddd" /><Relationship Type="http://schemas.openxmlformats.org/officeDocument/2006/relationships/notesMaster" Target="/ppt/notesMasters/notesMaster1.xml" Id="R35b8f103a3744d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38bd8362fd4d78" /><Relationship Type="http://schemas.openxmlformats.org/officeDocument/2006/relationships/notesMaster" Target="/ppt/notesMasters/notesMaster1.xml" Id="Rcf17d40f3f0248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27105610264878" /><Relationship Type="http://schemas.openxmlformats.org/officeDocument/2006/relationships/notesMaster" Target="/ppt/notesMasters/notesMaster1.xml" Id="R3c07a428b5ee43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a91ef8e6884661" /><Relationship Type="http://schemas.openxmlformats.org/officeDocument/2006/relationships/notesMaster" Target="/ppt/notesMasters/notesMaster1.xml" Id="R4a4901c1250348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b51a4fede54ebc" /><Relationship Type="http://schemas.openxmlformats.org/officeDocument/2006/relationships/notesMaster" Target="/ppt/notesMasters/notesMaster1.xml" Id="Rc41399496c4c4f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(17 entries in TAB_SPECS)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https://github.com/Azizsekerdil/RussianCourseAI/releases/tag/v1.0.0 (v1.0.0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4bec3cc48340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80acb9b2d64923" /><Relationship Type="http://schemas.openxmlformats.org/officeDocument/2006/relationships/slideLayout" Target="/ppt/slideLayouts/slideLayout1.xml" Id="Rb55103f2539e40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5103f2539e40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0189ffbf14bd5" /><Relationship Type="http://schemas.openxmlformats.org/officeDocument/2006/relationships/image" Target="/ppt/media/image.png" Id="Rde624540c4d945a7" /><Relationship Type="http://schemas.openxmlformats.org/officeDocument/2006/relationships/notesSlide" Target="/ppt/notesSlides/notesSlide1.xml" Id="Re397f7d928a440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bf16456394f13" /><Relationship Type="http://schemas.openxmlformats.org/officeDocument/2006/relationships/image" Target="/ppt/media/image2.png" Id="Ra9a5bd89dd8b4b12" /><Relationship Type="http://schemas.openxmlformats.org/officeDocument/2006/relationships/notesSlide" Target="/ppt/notesSlides/notesSlide2.xml" Id="R688ceffc20cf4b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a363f99af485c" /><Relationship Type="http://schemas.openxmlformats.org/officeDocument/2006/relationships/notesSlide" Target="/ppt/notesSlides/notesSlide3.xml" Id="Rb5de6ea87eaa47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fd557b96b4e10" /><Relationship Type="http://schemas.openxmlformats.org/officeDocument/2006/relationships/notesSlide" Target="/ppt/notesSlides/notesSlide4.xml" Id="R1572d444c25741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cb2951a444a82" /><Relationship Type="http://schemas.openxmlformats.org/officeDocument/2006/relationships/notesSlide" Target="/ppt/notesSlides/notesSlide5.xml" Id="R0906f513f2db4e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f8ccbb63d41c4" /><Relationship Type="http://schemas.openxmlformats.org/officeDocument/2006/relationships/notesSlide" Target="/ppt/notesSlides/notesSlide6.xml" Id="Rcc09c773d0ef40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f44e881de445f" /><Relationship Type="http://schemas.openxmlformats.org/officeDocument/2006/relationships/notesSlide" Target="/ppt/notesSlides/notesSlide7.xml" Id="R805e29211f254f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205d90d1147a1" /><Relationship Type="http://schemas.openxmlformats.org/officeDocument/2006/relationships/notesSlide" Target="/ppt/notesSlides/notesSlide8.xml" Id="R5c8519a760394e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6DAB9C9-410C-4146-9515-F1741EC9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565546F-D62F-4953-B4CE-49782A48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186941BB-993C-427D-AEAF-83ACFB4B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F28779AF-F2E9-422A-8559-61F43370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38BABDD1-0AC3-4BD9-B2FB-F690C16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1C98D64D-8C53-4D12-BC23-16CD763B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B0B32552-CA12-4D9A-A9BA-22876A2C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AC54D068-798B-4ACF-B644-E5192879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624540c4d945a7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584EF786-102C-4364-976B-4C5864ED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297973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8191CE98-EEE6-4765-A884-84B857E7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9A3B5228-AE7F-407D-8045-3253368A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679B8401-2944-44E4-9DF2-939570C9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a5bd89dd8b4b12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4D16A4A2-E284-4139-A68D-3DC8FC9C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064589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E115A905-5AE8-4E59-A233-E765474B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C3A796B8-CABE-492E-982B-AB789403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543574EE-9F55-48A4-99D4-8069B54F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0B8F16DE-1D40-4990-B724-3683A004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3E144B33-D62B-4ADF-A64E-7B03EA48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8626BC2B-4BE9-41D6-A539-C0D627C9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1A44738F-ACC2-4824-80C6-9F0C445F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C0F9AB4E-E50E-4E6C-B8ED-D06E868E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52019F9D-FDFE-4891-A102-5B0487D3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DC34904C-694C-458A-ACA6-7B9474D4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4B87AD09-8E70-47A0-955B-520788DC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B00AFB45-0294-4C80-A089-6A61C028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A9A6E262-5286-4AC0-9F83-F5FAC71A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C10E56FC-91B1-4BD1-9B59-C89FDC64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57B3DFAC-10D6-4A8A-862D-4D9A2A67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F47596F4-D04A-4BB4-A5C0-E8631A2E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1122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255E7022-10F5-483A-BC2A-5BE86474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2145E1D4-F7A4-493F-A8BD-61AF4EC0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C493E2B2-28DB-482A-BCF1-D04EC888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9DAA1747-5F55-4FCD-BAFB-A3099AB3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66992E49-DC49-4E6F-ADDE-56F3BC1A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EF8473DB-D165-457F-AAE6-43DACA71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9CB65CB5-D354-4DC7-89FA-CB64887E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20069654-FB0D-452A-8CF6-7D1F21A0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C58DB755-EB05-4FF6-985A-BCFA835D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55380504-F5FE-4C22-BBE9-3D898243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082A3E46-CD91-4C97-9C10-66CC8A17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C27A80AC-7270-4B59-AA7C-82C941BD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7647A533-AE97-4979-83E1-CB7C2048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06410452-0AD5-4291-9DB3-204F46E0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E9CAB811-C7E7-478C-9B78-98C8DFC8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F4774B87-1662-440E-92DB-8587FEB5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51B4121D-AD49-420D-BAB2-1D828383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AFFDDA26-778A-4747-AF2B-A7E5CD80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5B5AB784-C001-42A3-97C0-29806E68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B1A2A4C0-9B8E-4BEE-942A-91DA8C6C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75B9FA2F-1D23-44B8-A008-3E99CEAE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DAC7DEAE-DF96-4FA9-BAF1-999167B7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485522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7F6372B3-C494-4B24-A3FE-EEECDFE3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74DC8C2D-0F9F-4CF9-BC6A-933F5512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5FEB13A1-D785-4DAC-9D1D-1BE68E2E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68CAF65B-3EDE-41E8-A530-A84D6A67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4F3ADE46-BA98-4C85-97F2-AC6DCC1C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0BF48DA9-DB50-4A11-AA09-14BCEB8F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4A0DDE89-6668-4D81-9F6C-60C599F0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· Kelime bankası · Словарь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0C79F47D-575C-4306-8AFB-C7F97741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7723828C-5B62-4757-966F-B8DFFD97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Grammar labs · Dilbilgisi laboratuvarı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83093D72-19B5-4CF8-9463-EF9C7BD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9C4F229C-E22D-4840-A7B8-279EF7E8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7C53DC3E-20FB-41E7-9DCC-1C6FAB2A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B99A28C3-5186-4CBA-8950-06A5E261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718F0F8D-9350-4051-981C-2513B606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A25B442C-ADCC-4E19-A55C-81CDB2E8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143AFB30-C781-466E-A65E-D9B054DB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0F836236-7C42-4E33-A5F4-0A54B173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8B8F4AE9-06CF-42A5-B384-6F8648C9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D99DACF6-067E-41D4-B6AC-6521039E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B0B2F394-0AA0-4315-B169-2A0CE2C9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237211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5722DF48-0B98-4E24-B2BE-4844BD4C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4DD94E00-5700-4E79-AECB-B826AB4E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CA2CE190-6A7C-490D-9335-9F5F6B5F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25E236AB-756D-444F-8C04-6B2E3466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5B70D2B8-FEAA-49B1-8562-484D0884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EFD14CD2-D0E4-4FE6-BBFB-BCDBFB91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BD32B1FC-E8AA-475A-B109-A536D243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AI, LM Studio üzerinden yerelde çalışabilir.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ИИ может работать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8E456682-CC31-4A33-95F3-70C66A3F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1E854F30-7CD0-4655-B638-C1053F86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29FAF81E-F393-4281-97A5-3CA5462E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NVIDIA NIM internet kullanır.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ресурсов и NVIDIA NIM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3F5EB684-3C35-43E9-9302-7D6958E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833879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910C6908-AC17-4190-8351-FA648495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7B8D01AF-F43D-4A39-AD7D-41D1D642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0C6910F4-3CBC-426A-B2DA-88D132EB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EB4FF3CF-F7B5-4401-87A6-74CD429A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81B58CC5-C08B-4274-A156-2EB00A62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(v1.0.0)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0EBAB476-AC0C-4060-A2A9-59D3A2E0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93AEB093-D362-41E5-9A50-14BA1C00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73589859-0222-4A5A-A90F-33049810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A7AFC0E0-3348-443D-A3D2-B4E33625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(v1.0.0)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B39B1F51-522A-423E-A569-2ECF348E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7019DDDB-2EC6-472E-BBBF-95442605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v1.0.0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E84DCAAE-61F7-4686-9290-4D1777B6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413231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816F40FD-A321-4C2A-A20F-14FF24BB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3D7F8F60-86AF-4833-8CC6-35BE1C9D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B8D33F00-B2B9-445A-83ED-20051855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C7BE8B8E-4354-454D-ADDB-61414C63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28792FC9-81A3-4FFA-8A5D-4B9E237C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B8334B51-3DE3-4D8D-970B-F81385AD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F6ABEC4D-59F8-4B16-AD59-B93BD6EC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73C18654-1981-4717-834F-50E98B21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761216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2026-09-01T07:43:34.5590000Z</dcterms:created>
  <dcterms:modified xsi:type="dcterms:W3CDTF">2026-09-01T07:43:34.5590000Z</dcterms:modified>
</coreProperties>
</file>