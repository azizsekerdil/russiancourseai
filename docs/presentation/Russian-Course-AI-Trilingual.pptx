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868ae1328e4cc1" /><Relationship Type="http://schemas.openxmlformats.org/officeDocument/2006/relationships/extended-properties" Target="/docProps/app.xml" Id="R03a9e71d415a4980" /><Relationship Type="http://schemas.openxmlformats.org/officeDocument/2006/relationships/officeDocument" Target="/ppt/presentation.xml" Id="Ra2d813bf3dfd42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ecbf68bc6c42a7"/>
  </p:sldMasterIdLst>
  <p:notesMasterIdLst>
    <p:notesMasterId xmlns:r="http://schemas.openxmlformats.org/officeDocument/2006/relationships" r:id="R56a09616bb304f12"/>
  </p:notesMasterIdLst>
  <p:sldIdLst>
    <p:sldId xmlns:r="http://schemas.openxmlformats.org/officeDocument/2006/relationships" id="256" r:id="Ra4ae517dbcf549ed"/>
    <p:sldId xmlns:r="http://schemas.openxmlformats.org/officeDocument/2006/relationships" id="257" r:id="Rc6ac401bf726469e"/>
    <p:sldId xmlns:r="http://schemas.openxmlformats.org/officeDocument/2006/relationships" id="258" r:id="R1de2a49db295424a"/>
    <p:sldId xmlns:r="http://schemas.openxmlformats.org/officeDocument/2006/relationships" id="259" r:id="R215763e5a91940f9"/>
    <p:sldId xmlns:r="http://schemas.openxmlformats.org/officeDocument/2006/relationships" id="260" r:id="Rbe58fdae611e4301"/>
    <p:sldId xmlns:r="http://schemas.openxmlformats.org/officeDocument/2006/relationships" id="261" r:id="R84099b912802467f"/>
    <p:sldId xmlns:r="http://schemas.openxmlformats.org/officeDocument/2006/relationships" id="262" r:id="R73e8a04261154310"/>
    <p:sldId xmlns:r="http://schemas.openxmlformats.org/officeDocument/2006/relationships" id="263" r:id="R027525fc6f2b4c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a448d407714708" /><Relationship Type="http://schemas.openxmlformats.org/officeDocument/2006/relationships/slideMaster" Target="/ppt/slideMasters/slideMaster1.xml" Id="R31ecbf68bc6c42a7" /><Relationship Type="http://schemas.openxmlformats.org/officeDocument/2006/relationships/notesMaster" Target="/ppt/notesMasters/notesMaster1.xml" Id="R56a09616bb304f12" /><Relationship Type="http://schemas.openxmlformats.org/officeDocument/2006/relationships/presProps" Target="/ppt/presProps.xml" Id="Rb77134bfc96e4f9c" /><Relationship Type="http://schemas.openxmlformats.org/officeDocument/2006/relationships/tableStyles" Target="/ppt/tableStyles.xml" Id="R0bf346a36bc4462c" /><Relationship Type="http://schemas.openxmlformats.org/officeDocument/2006/relationships/slide" Target="/ppt/slides/slide1.xml" Id="Ra4ae517dbcf549ed" /><Relationship Type="http://schemas.openxmlformats.org/officeDocument/2006/relationships/slide" Target="/ppt/slides/slide2.xml" Id="Rc6ac401bf726469e" /><Relationship Type="http://schemas.openxmlformats.org/officeDocument/2006/relationships/slide" Target="/ppt/slides/slide3.xml" Id="R1de2a49db295424a" /><Relationship Type="http://schemas.openxmlformats.org/officeDocument/2006/relationships/slide" Target="/ppt/slides/slide4.xml" Id="R215763e5a91940f9" /><Relationship Type="http://schemas.openxmlformats.org/officeDocument/2006/relationships/slide" Target="/ppt/slides/slide5.xml" Id="Rbe58fdae611e4301" /><Relationship Type="http://schemas.openxmlformats.org/officeDocument/2006/relationships/slide" Target="/ppt/slides/slide6.xml" Id="R84099b912802467f" /><Relationship Type="http://schemas.openxmlformats.org/officeDocument/2006/relationships/slide" Target="/ppt/slides/slide7.xml" Id="R73e8a04261154310" /><Relationship Type="http://schemas.openxmlformats.org/officeDocument/2006/relationships/slide" Target="/ppt/slides/slide8.xml" Id="R027525fc6f2b4c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ad5491e70a4c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d49e3691a1432d" /><Relationship Type="http://schemas.openxmlformats.org/officeDocument/2006/relationships/notesMaster" Target="/ppt/notesMasters/notesMaster1.xml" Id="R747aa36cb9924a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804e4fa8d5422e" /><Relationship Type="http://schemas.openxmlformats.org/officeDocument/2006/relationships/notesMaster" Target="/ppt/notesMasters/notesMaster1.xml" Id="R69157b8c6e374e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b30cb0940649bd" /><Relationship Type="http://schemas.openxmlformats.org/officeDocument/2006/relationships/notesMaster" Target="/ppt/notesMasters/notesMaster1.xml" Id="R0a4f3940fe3d42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52a4fc1f1649ff" /><Relationship Type="http://schemas.openxmlformats.org/officeDocument/2006/relationships/notesMaster" Target="/ppt/notesMasters/notesMaster1.xml" Id="R5b74f55d4e1a49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fe0a68a47a43c5" /><Relationship Type="http://schemas.openxmlformats.org/officeDocument/2006/relationships/notesMaster" Target="/ppt/notesMasters/notesMaster1.xml" Id="R298570ddd74e42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bd20d3ecbd419c" /><Relationship Type="http://schemas.openxmlformats.org/officeDocument/2006/relationships/notesMaster" Target="/ppt/notesMasters/notesMaster1.xml" Id="R615bcbdc83524a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2ef90f38b14782" /><Relationship Type="http://schemas.openxmlformats.org/officeDocument/2006/relationships/notesMaster" Target="/ppt/notesMasters/notesMaster1.xml" Id="Rf8bfe8baf1bf47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1add6062b44ba5" /><Relationship Type="http://schemas.openxmlformats.org/officeDocument/2006/relationships/notesMaster" Target="/ppt/notesMasters/notesMaster1.xml" Id="R380c57617d6e49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(18 entries in TAB_SPECS)</a:t>
            </a:r>
          </a:p>
          <a:p xmlns:a="http://schemas.openxmlformats.org/drawingml/2006/main">
            <a:r>
              <a:t>- D:/Russian/rca/dictionary.py + rca/dict_data.py (bidirectional RU-EN dictionary, 1,360 built-in entries, OpenRussian layer)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https://github.com/Azizsekerdil/RussianCourseAI/releases/tag/v1.0.0 (v1.0.0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4255f66c54b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435e2466bf49d0" /><Relationship Type="http://schemas.openxmlformats.org/officeDocument/2006/relationships/slideLayout" Target="/ppt/slideLayouts/slideLayout1.xml" Id="R905ea14cbb014a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5ea14cbb014a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8663629cd4bcc" /><Relationship Type="http://schemas.openxmlformats.org/officeDocument/2006/relationships/image" Target="/ppt/media/image.png" Id="Rb59a7b61ad344c60" /><Relationship Type="http://schemas.openxmlformats.org/officeDocument/2006/relationships/notesSlide" Target="/ppt/notesSlides/notesSlide1.xml" Id="Ree1a7ceebe934e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c530a466e4e59" /><Relationship Type="http://schemas.openxmlformats.org/officeDocument/2006/relationships/image" Target="/ppt/media/image2.png" Id="R3002548f094649ec" /><Relationship Type="http://schemas.openxmlformats.org/officeDocument/2006/relationships/notesSlide" Target="/ppt/notesSlides/notesSlide2.xml" Id="R35c999be828c42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a98bc597245b9" /><Relationship Type="http://schemas.openxmlformats.org/officeDocument/2006/relationships/notesSlide" Target="/ppt/notesSlides/notesSlide3.xml" Id="R5bc0a5f78d8b42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7901d8c8d4bc6" /><Relationship Type="http://schemas.openxmlformats.org/officeDocument/2006/relationships/notesSlide" Target="/ppt/notesSlides/notesSlide4.xml" Id="Rdcd88660b77c40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664f77a654684" /><Relationship Type="http://schemas.openxmlformats.org/officeDocument/2006/relationships/notesSlide" Target="/ppt/notesSlides/notesSlide5.xml" Id="R0e65c833915647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059893b6a4f0b" /><Relationship Type="http://schemas.openxmlformats.org/officeDocument/2006/relationships/notesSlide" Target="/ppt/notesSlides/notesSlide6.xml" Id="R0cc5ad7fef2c45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42060e5e24fb6" /><Relationship Type="http://schemas.openxmlformats.org/officeDocument/2006/relationships/notesSlide" Target="/ppt/notesSlides/notesSlide7.xml" Id="R3e04461e41b847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b098288264d98" /><Relationship Type="http://schemas.openxmlformats.org/officeDocument/2006/relationships/notesSlide" Target="/ppt/notesSlides/notesSlide8.xml" Id="R489a213b364340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9F6D61B-1520-4269-A9C5-6D3A3496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CCEB083-DE62-4169-A90E-6FDC2FCE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441DE338-4E5B-4D13-854D-99E25220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3BB32D6E-B2E6-4474-8B47-74FF68E1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849FE9E8-1A6C-43C5-99F9-ACE6F9FC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633C7317-3535-4467-8393-61964C25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34EB8052-D5C1-4BD1-8C01-9DCDCFDE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A16AAC39-D834-4637-BEA3-0B6A129D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a7b61ad344c60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DEC6A945-8154-4123-8B4A-9A50ED0E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696657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6C4EF357-4E1F-4543-9E8C-48B8B746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008F7A36-F92A-4DC5-AD65-DDCB58D0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38F2D874-A4F6-4D45-AAE7-41173D27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2548f094649ec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1DD455E9-F5BF-4E21-9B1A-162E4E6B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393236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6480734B-1C1F-4913-9E6D-A8424B2C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C3A209B5-06EE-4B3B-90E3-8FE61F08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B8619A0E-9E32-4557-B78F-B36403C3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AD07BB39-E994-4330-8040-8388A2FC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597FA501-70D8-4400-9350-4AD734C9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68F7FC22-9450-4A0E-BEF5-8FCED1EE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46621889-5A35-4C51-9D57-58266EE6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A56D52AF-0840-4ECA-8716-F6ACBBD3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B525A8DC-3F16-4604-A60F-682BBA7B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29E49180-3942-40DD-A1EF-3BDCDA02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5FB7E42D-0872-4667-82A5-CE17A09E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4E20ED44-C398-4021-B643-57CA1AE3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0FD12518-B0A2-4A2A-A528-C7BB7800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739AF704-3A5B-4B1D-90BE-EFF2D24D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33C38677-ECDB-4AA4-B3BF-DF5F4A8E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03800D57-FE3B-4C08-B574-F27003D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255547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9187F4E2-19AC-44AD-AC64-93B972F9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ECED97E8-936E-46D8-8878-AC0FA8A9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7615B780-CFD9-492A-A593-8A098589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FDD52061-68D8-4682-9C6A-091F2472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3E7904A1-4EB3-4493-B903-F09B657F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C005F00F-C6C2-4853-8313-B8071122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D17C7CF5-8DDD-4EE3-9104-317EF4D4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BC16E0A0-07D1-4EA4-A44E-68AAB5DA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58C1AE5A-F4FD-406B-9147-FDA9752B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FA1D9C04-2851-4CEA-97F2-B1028790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F58EA130-C526-4F39-9B67-A4AEA0C0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5EA86DC0-A757-4A04-92DE-3FA8D169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35AAA694-42E5-47D1-AAAC-1A34301A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A7CF54C7-E807-44A2-AA11-FEA3E14C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8CAFDF4B-4B4E-4CF0-862A-93464B98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CA56FBE4-06F6-45D3-BED6-726B8CE2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27026BB7-D59A-4A3F-B122-D3ED5092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D7F4D846-5EE1-4015-A2AD-02003A06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E45C12B4-71A1-443E-8053-F802DE03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56F563CD-E512-406D-B578-FFFD64FB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90274ECA-156C-4147-AC56-632C4B5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50C8EA7A-1004-4507-BAE8-F5F67768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00939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C813BF30-1A59-436A-83CC-0788BAA3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93A526CF-23E7-43DA-A587-66F33F6E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7D4FBA11-CE42-44BE-AAF3-C77F3D55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A35008DA-FCA4-4F35-A9F5-5890AF30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7670F6E8-D88A-4CEE-8881-62E13C02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A7682FA0-E2B6-49B7-BA66-AD9E5CE9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639DC8A4-E871-48DD-8A32-F81313FC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 dictionary · Sözlük · Словарь RU-EN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BDC4B821-F9A8-4FAF-A49B-DC7E68DF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727F445F-3B93-43CD-A8C2-5884B0F0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6230A6CC-EE22-47A6-877D-8CA63F23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71403011-DA6A-409A-A3B0-139C3075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1AAD309E-6930-4357-AB15-C24252AF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5CA21408-75A8-43E1-A779-514F3B05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11022A66-FABA-4D78-846F-393C2636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6515F35F-1965-4D49-A9BD-6BF16445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EBFAEFF3-450D-4884-BDBF-2893AF7A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665461E2-4DE9-459C-AABF-FCA7D69A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55A5704D-21BC-49C8-9486-730D27AB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52DE5BFA-B85A-4FAB-B258-EB80E024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12BF5B2A-A69B-4DB8-AC34-A6957DDC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530648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0C8F351D-FB11-4F13-A8BF-E158FEE0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541BDCBC-5DE7-476B-ACF5-FB11073F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2671D5BC-6CC2-471C-9439-DD29E965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FA82800C-7C83-4924-8055-D7CF2070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F63D4422-0900-46AB-8014-B3CF9C5D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65D81A09-964C-41C2-BA00-910BDE96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88279E74-F92B-4380-A833-9BE4CE9F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AI, LM Studio üzerinden yerelde çalışabilir.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ИИ может работать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3E3A4356-DDEB-4533-974C-851F1A67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7FF2489D-102D-4731-AC7E-8E90BCEA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E75346C0-3D5A-4E72-A437-B70A3E12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NVIDIA NIM internet kullanır.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ресурсов и NVIDIA NIM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B99A7499-C901-4815-9264-8BEC3FE2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1087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F439B40F-D930-47D8-8E2B-6FDC0DE7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923C93EC-B59C-4995-9D1D-9C3B416D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45867CCA-F079-42D0-9281-1A018B3A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A096C791-CF7C-487A-9522-BA31839A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774120D9-BE87-4CFF-9775-555E7E4A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(v1.0.0)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E9202051-37C1-4780-8B44-2D863729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06E0ECD7-BBC0-4813-A45C-3C6E5D58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5597AC4C-5459-4B6C-9748-46DB3D92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408A5175-C05C-47F4-8264-07E3A7DD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(v1.0.0)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FDF23EC5-F983-4369-91C6-886CEAA3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963E7E1F-ACC7-4915-A35C-E5DB851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v1.0.0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1572955D-B69E-4353-9CC0-E3713A73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060543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69805D43-A77C-43E6-A9E5-C1C94DDB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EA9755D7-D60F-4A53-8F55-82E91935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D398432A-77D5-45B6-968A-0DC99599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59B7B2B4-A21C-4D53-B268-7FB6C34B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96CE656F-6C37-430A-BF4E-3CFE720D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617DEFEF-1F66-4724-B7AE-03C950E3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C1911AC5-30EA-4974-BBEA-A31D9464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8F04B4B7-F174-445A-8C0D-805470CF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87799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2026-09-06T03:56:21.7260000Z</dcterms:created>
  <dcterms:modified xsi:type="dcterms:W3CDTF">2026-09-06T03:56:21.7260000Z</dcterms:modified>
</coreProperties>
</file>