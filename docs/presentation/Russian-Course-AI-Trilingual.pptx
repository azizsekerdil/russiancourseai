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5e02ec72dd4de8" /><Relationship Type="http://schemas.openxmlformats.org/officeDocument/2006/relationships/extended-properties" Target="/docProps/app.xml" Id="Ra2e3fb0200c74b54" /><Relationship Type="http://schemas.openxmlformats.org/officeDocument/2006/relationships/officeDocument" Target="/ppt/presentation.xml" Id="Rb0dec0832ecb49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23c79d9e4849a5"/>
  </p:sldMasterIdLst>
  <p:notesMasterIdLst>
    <p:notesMasterId xmlns:r="http://schemas.openxmlformats.org/officeDocument/2006/relationships" r:id="R9fe7edfd01c44c2c"/>
  </p:notesMasterIdLst>
  <p:sldIdLst>
    <p:sldId xmlns:r="http://schemas.openxmlformats.org/officeDocument/2006/relationships" id="256" r:id="R7f1b5dece71f4f92"/>
    <p:sldId xmlns:r="http://schemas.openxmlformats.org/officeDocument/2006/relationships" id="257" r:id="R3b3e995d50e047b5"/>
    <p:sldId xmlns:r="http://schemas.openxmlformats.org/officeDocument/2006/relationships" id="258" r:id="R6bc00d87cc134da1"/>
    <p:sldId xmlns:r="http://schemas.openxmlformats.org/officeDocument/2006/relationships" id="259" r:id="R9ac878964d2e4b36"/>
    <p:sldId xmlns:r="http://schemas.openxmlformats.org/officeDocument/2006/relationships" id="260" r:id="R1dc35d117d944879"/>
    <p:sldId xmlns:r="http://schemas.openxmlformats.org/officeDocument/2006/relationships" id="261" r:id="R69d544187724467f"/>
    <p:sldId xmlns:r="http://schemas.openxmlformats.org/officeDocument/2006/relationships" id="262" r:id="R56a0f4d4732b46cd"/>
    <p:sldId xmlns:r="http://schemas.openxmlformats.org/officeDocument/2006/relationships" id="263" r:id="R9c5c6ceeaba747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e951cbe5a94a38" /><Relationship Type="http://schemas.openxmlformats.org/officeDocument/2006/relationships/slideMaster" Target="/ppt/slideMasters/slideMaster1.xml" Id="R9a23c79d9e4849a5" /><Relationship Type="http://schemas.openxmlformats.org/officeDocument/2006/relationships/notesMaster" Target="/ppt/notesMasters/notesMaster1.xml" Id="R9fe7edfd01c44c2c" /><Relationship Type="http://schemas.openxmlformats.org/officeDocument/2006/relationships/presProps" Target="/ppt/presProps.xml" Id="R3c0ca96729964685" /><Relationship Type="http://schemas.openxmlformats.org/officeDocument/2006/relationships/tableStyles" Target="/ppt/tableStyles.xml" Id="R5b199f4bb1694c80" /><Relationship Type="http://schemas.openxmlformats.org/officeDocument/2006/relationships/slide" Target="/ppt/slides/slide1.xml" Id="R7f1b5dece71f4f92" /><Relationship Type="http://schemas.openxmlformats.org/officeDocument/2006/relationships/slide" Target="/ppt/slides/slide2.xml" Id="R3b3e995d50e047b5" /><Relationship Type="http://schemas.openxmlformats.org/officeDocument/2006/relationships/slide" Target="/ppt/slides/slide3.xml" Id="R6bc00d87cc134da1" /><Relationship Type="http://schemas.openxmlformats.org/officeDocument/2006/relationships/slide" Target="/ppt/slides/slide4.xml" Id="R9ac878964d2e4b36" /><Relationship Type="http://schemas.openxmlformats.org/officeDocument/2006/relationships/slide" Target="/ppt/slides/slide5.xml" Id="R1dc35d117d944879" /><Relationship Type="http://schemas.openxmlformats.org/officeDocument/2006/relationships/slide" Target="/ppt/slides/slide6.xml" Id="R69d544187724467f" /><Relationship Type="http://schemas.openxmlformats.org/officeDocument/2006/relationships/slide" Target="/ppt/slides/slide7.xml" Id="R56a0f4d4732b46cd" /><Relationship Type="http://schemas.openxmlformats.org/officeDocument/2006/relationships/slide" Target="/ppt/slides/slide8.xml" Id="R9c5c6ceeaba747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6ce57b355f49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8a58fc3e174019" /><Relationship Type="http://schemas.openxmlformats.org/officeDocument/2006/relationships/notesMaster" Target="/ppt/notesMasters/notesMaster1.xml" Id="Ra71fd52c12a245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c5f577de4a440e" /><Relationship Type="http://schemas.openxmlformats.org/officeDocument/2006/relationships/notesMaster" Target="/ppt/notesMasters/notesMaster1.xml" Id="Re5f572644ba345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d6f65dc8544ef8" /><Relationship Type="http://schemas.openxmlformats.org/officeDocument/2006/relationships/notesMaster" Target="/ppt/notesMasters/notesMaster1.xml" Id="Ra4c945eb3e5649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11e50385874a2e" /><Relationship Type="http://schemas.openxmlformats.org/officeDocument/2006/relationships/notesMaster" Target="/ppt/notesMasters/notesMaster1.xml" Id="Rbba0200045e84b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83f61b487c4bee" /><Relationship Type="http://schemas.openxmlformats.org/officeDocument/2006/relationships/notesMaster" Target="/ppt/notesMasters/notesMaster1.xml" Id="R243339b81e6e40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8b6e9e76224de7" /><Relationship Type="http://schemas.openxmlformats.org/officeDocument/2006/relationships/notesMaster" Target="/ppt/notesMasters/notesMaster1.xml" Id="Rccc043e661a949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fe8268f1684ae0" /><Relationship Type="http://schemas.openxmlformats.org/officeDocument/2006/relationships/notesMaster" Target="/ppt/notesMasters/notesMaster1.xml" Id="R62538726117e4a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f0ffc1a2704105" /><Relationship Type="http://schemas.openxmlformats.org/officeDocument/2006/relationships/notesMaster" Target="/ppt/notesMasters/notesMaster1.xml" Id="R57432008437b41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(18 entries in TAB_SPECS)</a:t>
            </a:r>
          </a:p>
          <a:p xmlns:a="http://schemas.openxmlformats.org/drawingml/2006/main">
            <a:r>
              <a:t>- D:/Russian/rca/dictionary.py + rca/dict_data.py (RU-EN-TR dictionary with direction switch, 1,360 built-in entries with Turkish glosses, OpenRussian layer)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https://github.com/Azizsekerdil/RussianCourseAI/releases/tag/v1.2.1 (v1.2.1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dcc1c94914b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095d92a50a48ea" /><Relationship Type="http://schemas.openxmlformats.org/officeDocument/2006/relationships/slideLayout" Target="/ppt/slideLayouts/slideLayout1.xml" Id="R1786eea6621548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86eea6621548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7fed56a834f9f" /><Relationship Type="http://schemas.openxmlformats.org/officeDocument/2006/relationships/image" Target="/ppt/media/image.png" Id="R8d05691df3ca4f5b" /><Relationship Type="http://schemas.openxmlformats.org/officeDocument/2006/relationships/notesSlide" Target="/ppt/notesSlides/notesSlide1.xml" Id="Rd88dcece17f341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77f5f1fb54c01" /><Relationship Type="http://schemas.openxmlformats.org/officeDocument/2006/relationships/image" Target="/ppt/media/image2.png" Id="R212ca088c432493b" /><Relationship Type="http://schemas.openxmlformats.org/officeDocument/2006/relationships/notesSlide" Target="/ppt/notesSlides/notesSlide2.xml" Id="Rf08b358d604c4f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f83ebd689465f" /><Relationship Type="http://schemas.openxmlformats.org/officeDocument/2006/relationships/notesSlide" Target="/ppt/notesSlides/notesSlide3.xml" Id="Rb33a778dba4b46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85e239fe44861" /><Relationship Type="http://schemas.openxmlformats.org/officeDocument/2006/relationships/notesSlide" Target="/ppt/notesSlides/notesSlide4.xml" Id="Re16bf0055ad045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299eee5aa4bdd" /><Relationship Type="http://schemas.openxmlformats.org/officeDocument/2006/relationships/notesSlide" Target="/ppt/notesSlides/notesSlide5.xml" Id="R66ed08879d4942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d0f0848ed410d" /><Relationship Type="http://schemas.openxmlformats.org/officeDocument/2006/relationships/notesSlide" Target="/ppt/notesSlides/notesSlide6.xml" Id="R75b97becbee54b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aeb6d41054cbb" /><Relationship Type="http://schemas.openxmlformats.org/officeDocument/2006/relationships/notesSlide" Target="/ppt/notesSlides/notesSlide7.xml" Id="Rf998009f9d8a4d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8b17d608c4a06" /><Relationship Type="http://schemas.openxmlformats.org/officeDocument/2006/relationships/notesSlide" Target="/ppt/notesSlides/notesSlide8.xml" Id="R0a8d1d72f07844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2C04D1B-A8AF-419E-A3AD-FDF82008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42CF151-9522-4595-BFE0-01329B50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9E642A73-C75C-43A8-A4FB-139A8B7B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B3E24BD1-19F8-4F91-992C-1C94DCB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B298186E-39CF-436E-A40E-C9BAF9E2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E597E31A-15AF-4B20-AAAD-B2BC25C1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9E270EBD-7FB6-4ACE-AAD5-EA278609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5C27B9A9-85E0-45E8-AE04-0D090795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5691df3ca4f5b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801BFE3-D9C9-43DC-8779-AFA7B8BB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428695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07446B6D-2F30-40E7-8D32-1709DA37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7AC0D20F-40E6-49A7-B1E2-B7F6E64D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0FB700FD-30B3-461F-BD40-69BB9BD7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ca088c432493b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C39C1B64-397B-40DD-AC6C-F2B1E4D0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9141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1697D2DA-70D7-4AAE-8058-641D76F7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348E7761-99A0-4A64-A8F0-00015BBC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1F63B7AA-1E46-442E-8773-619A958C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A7814F91-38A9-4AD5-9D52-AE0279E1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0D029EAD-9500-4953-BCB7-445C5012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F53EEF2F-C19B-4AFB-9F86-8369A3DE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CB7E1724-8291-45C9-B4EA-324B3C6D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3599D9E0-40F3-44D5-B787-D235E1DF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0013DEAF-4016-48BD-B2AD-D8F653A3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7680CB0E-B8EE-438C-91B6-8CB5FCDE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525D7240-2A31-402D-AB74-725E944C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2530C190-EF08-4E62-BC7E-B00FD373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7D142714-D410-47D2-AC33-580F7F48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96025A0F-5B46-4912-892C-EE5A5180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827CE832-5F09-41A5-BC67-557866C5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4198DA75-488C-4372-869A-E3699DCA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54479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100DCEDD-03B7-4663-A398-30578049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8C20832A-DDD6-43D5-AA63-E9C78CC1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87C75E9F-3251-4886-AD3A-9B4FF17B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41763DB4-234C-4F7B-8060-EB25F4D3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65D0D9CA-0471-4D77-A7EB-CE0FECF7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2F86B1CD-21DF-48A6-A65D-8BF33B34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8F7B5013-B327-48FA-8F25-6C148DFF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7059A2A6-D254-47DD-A983-87AD0FD0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BBB8E762-5FA8-40CB-80B4-64EF39E6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E89AB854-716F-412B-9E09-E0B7A2BE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7E697359-987F-4376-86D0-B535F44E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C62C98FC-CE06-4B9B-A2FE-2080CB7A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BD58D37E-D81D-4793-ADBF-F1CB472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13A6A286-8EBD-48FB-B5EA-2469271C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D2C7BF89-7A5D-46FF-8CFB-EDF9E237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0A60D524-148A-4A83-A837-7A69DF0F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87A324F1-DAB8-4EB1-8D21-1C0A1879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38C09F0F-3076-4F17-9F8B-E543761B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7E0CA91F-0111-4D89-9F35-C78EC403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0D4512A0-5771-4CAB-9620-A1ABA51E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618C8071-08A5-47E6-9010-E37636DB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035B5199-8E50-45C6-B1EE-059C7962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185043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A5DD98BF-5B5A-4431-B6C5-56FA0613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C84DB572-801C-414C-9B8F-EBA26F80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2CBAC694-02D3-4FEA-AAC2-E367B669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758D066B-9E4C-4706-921C-D9DDE8EA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7196AE9B-D7C7-4DB7-A5C7-06BC3C89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C7749F31-87AE-4E49-AFF8-192CD688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29F5F95D-720A-4D37-B72F-31145A44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RU-EN-TR dictionary · Yön seçimli sözlük · Словарь RU-EN-TR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BBD64A57-6F35-4BE9-AE87-24D9671B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C8AD2139-EF31-4D5F-AEFC-E241DD58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7791C924-A208-4EB9-B1D3-90E1F341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D05F92CE-820C-44D5-9790-1E9CF7A8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3F025689-89E8-4D16-B82A-E99AA9F9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881D6AF0-4754-4A96-93FF-D503E1F0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08A3C2C6-CF3C-460E-9BBC-9A00353E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91BC048C-F350-46E2-B8F6-FF09AA49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BB9A273E-0CF6-4452-B822-C26044FE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D268D113-BA44-4AE5-9E99-6241B386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88EC6AA5-2AD1-43BE-89C9-13F0FEBC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21B5CD79-8AA3-4C8C-9D24-E0E83340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F6F41FCE-BE87-4465-AAB9-792A5C84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17467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A58615C9-798B-4BB1-B790-251372E7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394A13F2-B176-40CA-A267-63F6B3A3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AD11F256-811F-45D8-9815-670B1B84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CDD3E806-1C75-4057-9129-CBF0741F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66ED4BCF-7E8B-4BC2-A6BC-4711AE93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17CDBDE6-D7B5-4AEB-838B-10EADFDF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4102E5D6-DC8D-454D-8F1E-3A4EA008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Sözlük ve AI öğretmen LM Studio ile yerelde çalışır.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Словарь и ИИ работают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A9F4F51A-6E7D-4206-8AAE-E64183C5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2EDC1565-5505-48AA-BA38-1D77E3A4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6B264883-B484-4C19-AF9D-53730CAF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alternatif AI ucu (NVIDIA NIM / özel OpenAI uyumlu URL) internet kullanır; anahtar Credential Manager'da.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и альтернативный ИИ-узел (NVIDIA NIM)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20C52DCC-20A8-4855-A754-4C57C522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060441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8D7B0009-60A0-4B33-A2CF-021527B6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99FAEF76-0DC5-485D-9BB2-8E6DFB25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B0D4AB6B-7F62-43EF-85E4-41703338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09E1D733-8A9C-4420-B7C9-87716A1F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79C357ED-216E-4695-93DB-DF74E0D5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(v1.2.1)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1119451F-46DD-43F4-A0B2-4A12CA8C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28ED335C-F449-4525-A2D8-1193400C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15952640-37A9-4D70-B610-EA769D70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DF612EF2-08BB-46C2-BCAB-95E96362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(v1.2.1)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056335AB-4AAE-45F3-90C9-566241A6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8140EFC2-BC78-4236-A01B-F5C60314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v1.2.1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312E6838-DF4B-43C1-AF8D-72318678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204691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1D474F7D-4A82-426D-A931-34F7B1E6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1078435E-BA9F-4D4C-9A73-012446AA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5568147F-FD70-4619-A81E-410B9A90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AC80AD40-D0BF-4049-902B-3AFB005F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2CDBC1C5-5D5E-475D-BBDC-4E61B7D2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D60E7AE3-AD12-4018-9979-3AB46A6F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D129811A-BE91-4F75-A733-1CC164DC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A2EBD1D6-B1CF-44D5-B249-9CC7F600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043277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2026-09-07T05:07:21.7360000Z</dcterms:created>
  <dcterms:modified xsi:type="dcterms:W3CDTF">2026-09-07T05:07:21.7360000Z</dcterms:modified>
</coreProperties>
</file>