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fcac75dff441d" /><Relationship Type="http://schemas.openxmlformats.org/officeDocument/2006/relationships/extended-properties" Target="/docProps/app.xml" Id="R170e68f4c818471d" /><Relationship Type="http://schemas.openxmlformats.org/officeDocument/2006/relationships/officeDocument" Target="/ppt/presentation.xml" Id="Rabe63f61163540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950686e614f83"/>
  </p:sldMasterIdLst>
  <p:notesMasterIdLst>
    <p:notesMasterId xmlns:r="http://schemas.openxmlformats.org/officeDocument/2006/relationships" r:id="R462a23ffeea4425d"/>
  </p:notesMasterIdLst>
  <p:sldIdLst>
    <p:sldId xmlns:r="http://schemas.openxmlformats.org/officeDocument/2006/relationships" id="256" r:id="R47fb806b241749ea"/>
    <p:sldId xmlns:r="http://schemas.openxmlformats.org/officeDocument/2006/relationships" id="257" r:id="R0fa9f2908d6e44ba"/>
    <p:sldId xmlns:r="http://schemas.openxmlformats.org/officeDocument/2006/relationships" id="258" r:id="Ra2c98a1dc64144bd"/>
    <p:sldId xmlns:r="http://schemas.openxmlformats.org/officeDocument/2006/relationships" id="259" r:id="Rc782bcdff62d4e5b"/>
    <p:sldId xmlns:r="http://schemas.openxmlformats.org/officeDocument/2006/relationships" id="260" r:id="R66c590aaa85e4869"/>
    <p:sldId xmlns:r="http://schemas.openxmlformats.org/officeDocument/2006/relationships" id="261" r:id="R810d71487e524508"/>
    <p:sldId xmlns:r="http://schemas.openxmlformats.org/officeDocument/2006/relationships" id="262" r:id="R5cc0c9c7690947b1"/>
    <p:sldId xmlns:r="http://schemas.openxmlformats.org/officeDocument/2006/relationships" id="263" r:id="R3b05031a241c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f606edde74f9f" /><Relationship Type="http://schemas.openxmlformats.org/officeDocument/2006/relationships/slideMaster" Target="/ppt/slideMasters/slideMaster1.xml" Id="R0e6950686e614f83" /><Relationship Type="http://schemas.openxmlformats.org/officeDocument/2006/relationships/notesMaster" Target="/ppt/notesMasters/notesMaster1.xml" Id="R462a23ffeea4425d" /><Relationship Type="http://schemas.openxmlformats.org/officeDocument/2006/relationships/presProps" Target="/ppt/presProps.xml" Id="R9672d039880049d8" /><Relationship Type="http://schemas.openxmlformats.org/officeDocument/2006/relationships/tableStyles" Target="/ppt/tableStyles.xml" Id="R38ca7cb837ea4521" /><Relationship Type="http://schemas.openxmlformats.org/officeDocument/2006/relationships/slide" Target="/ppt/slides/slide1.xml" Id="R47fb806b241749ea" /><Relationship Type="http://schemas.openxmlformats.org/officeDocument/2006/relationships/slide" Target="/ppt/slides/slide2.xml" Id="R0fa9f2908d6e44ba" /><Relationship Type="http://schemas.openxmlformats.org/officeDocument/2006/relationships/slide" Target="/ppt/slides/slide3.xml" Id="Ra2c98a1dc64144bd" /><Relationship Type="http://schemas.openxmlformats.org/officeDocument/2006/relationships/slide" Target="/ppt/slides/slide4.xml" Id="Rc782bcdff62d4e5b" /><Relationship Type="http://schemas.openxmlformats.org/officeDocument/2006/relationships/slide" Target="/ppt/slides/slide5.xml" Id="R66c590aaa85e4869" /><Relationship Type="http://schemas.openxmlformats.org/officeDocument/2006/relationships/slide" Target="/ppt/slides/slide6.xml" Id="R810d71487e524508" /><Relationship Type="http://schemas.openxmlformats.org/officeDocument/2006/relationships/slide" Target="/ppt/slides/slide7.xml" Id="R5cc0c9c7690947b1" /><Relationship Type="http://schemas.openxmlformats.org/officeDocument/2006/relationships/slide" Target="/ppt/slides/slide8.xml" Id="R3b05031a241c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939eef13e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0e6d54b914664" /><Relationship Type="http://schemas.openxmlformats.org/officeDocument/2006/relationships/notesMaster" Target="/ppt/notesMasters/notesMaster1.xml" Id="R12195f5f9385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2f6478b29c4d71" /><Relationship Type="http://schemas.openxmlformats.org/officeDocument/2006/relationships/notesMaster" Target="/ppt/notesMasters/notesMaster1.xml" Id="R36f8041c1518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774763102406a" /><Relationship Type="http://schemas.openxmlformats.org/officeDocument/2006/relationships/notesMaster" Target="/ppt/notesMasters/notesMaster1.xml" Id="R460aeb6431c7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1c207811104dc2" /><Relationship Type="http://schemas.openxmlformats.org/officeDocument/2006/relationships/notesMaster" Target="/ppt/notesMasters/notesMaster1.xml" Id="R405c5339715b46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ab34143da467f" /><Relationship Type="http://schemas.openxmlformats.org/officeDocument/2006/relationships/notesMaster" Target="/ppt/notesMasters/notesMaster1.xml" Id="Re9f7ebedd75f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cf76cc87224a7a" /><Relationship Type="http://schemas.openxmlformats.org/officeDocument/2006/relationships/notesMaster" Target="/ppt/notesMasters/notesMaster1.xml" Id="R5d8def418ab14c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ad6357f8304b50" /><Relationship Type="http://schemas.openxmlformats.org/officeDocument/2006/relationships/notesMaster" Target="/ppt/notesMasters/notesMaster1.xml" Id="R2cf84eb982264a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85f444cd11486e" /><Relationship Type="http://schemas.openxmlformats.org/officeDocument/2006/relationships/notesMaster" Target="/ppt/notesMasters/notesMaster1.xml" Id="R53fc7882bf60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D:/Russian/README.md (product positioning and supported levels)</a:t>
            </a:r>
          </a:p>
          <a:p xmlns:a="http://schemas.openxmlformats.org/drawingml/2006/main">
            <a:r>
              <a:t>- D:/Russian/docs/presentation/assets/russian-course-ai-hero.png (AI-generated original cover visual)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D:/Russian/docs/presentation/assets/russian-course-ai-screenshot.png (user-supplied product screenshot)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D:/Russian/rca/i18n.py (Turkish, English, and Russian interface catalog)</a:t>
            </a:r>
          </a:p>
          <a:p xmlns:a="http://schemas.openxmlformats.org/drawingml/2006/main">
            <a:r>
              <a:t>- D:/Russian/Russian_Course_AI.pyw (instant and persistent language switching)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D:/Russian/rca/tabs/srs_tab.py (daily review workflow and five study modes)</a:t>
            </a:r>
          </a:p>
          <a:p xmlns:a="http://schemas.openxmlformats.org/drawingml/2006/main">
            <a:r>
              <a:t>- D:/Russian/Russian_Course_AI.pyw (learning, lab, read, practice, and system navigation groups)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D:/Russian/Russian_Course_AI.pyw (18 entries in TAB_SPECS)</a:t>
            </a:r>
          </a:p>
          <a:p xmlns:a="http://schemas.openxmlformats.org/drawingml/2006/main">
            <a:r>
              <a:t>- D:/Russian/rca/dictionary.py + rca/dict_data.py (bidirectional RU-EN dictionary, 1,360 built-in entries, OpenRussian layer)</a:t>
            </a:r>
          </a:p>
          <a:p xmlns:a="http://schemas.openxmlformats.org/drawingml/2006/main">
            <a:r>
              <a:t>- D:/Russian/README.md (feature descriptions)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D:/Russian/README.md (local LM Studio, optional NVIDIA NIM, and Resource Center network behavior)</a:t>
            </a:r>
          </a:p>
          <a:p xmlns:a="http://schemas.openxmlformats.org/drawingml/2006/main">
            <a:r>
              <a:t>- D:/Russian/rca/db.py (SQLite persistence)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https://github.com/Azizsekerdil/RussianCourseAI/releases/tag/v1.1.2 (v1.1.2 release with Windows and macOS zip assets; private repository)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D:/Russian/README.md (installation, learning levels, and feature overview)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05573a3f1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4c5b63aea4ca6" /><Relationship Type="http://schemas.openxmlformats.org/officeDocument/2006/relationships/slideLayout" Target="/ppt/slideLayouts/slideLayout1.xml" Id="R63e794f281ab4e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794f281ab4e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a8050cf7457b" /><Relationship Type="http://schemas.openxmlformats.org/officeDocument/2006/relationships/image" Target="/ppt/media/image.png" Id="Rc7c50242961d4cc9" /><Relationship Type="http://schemas.openxmlformats.org/officeDocument/2006/relationships/notesSlide" Target="/ppt/notesSlides/notesSlide1.xml" Id="R9606c7c4c53442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b2f6583b4aaf" /><Relationship Type="http://schemas.openxmlformats.org/officeDocument/2006/relationships/image" Target="/ppt/media/image2.png" Id="R581fa669e5154431" /><Relationship Type="http://schemas.openxmlformats.org/officeDocument/2006/relationships/notesSlide" Target="/ppt/notesSlides/notesSlide2.xml" Id="R790667eadabc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31327a6384d43" /><Relationship Type="http://schemas.openxmlformats.org/officeDocument/2006/relationships/notesSlide" Target="/ppt/notesSlides/notesSlide3.xml" Id="Rcf991abff78c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21b5a841a41ea" /><Relationship Type="http://schemas.openxmlformats.org/officeDocument/2006/relationships/notesSlide" Target="/ppt/notesSlides/notesSlide4.xml" Id="R4771c2fcb89e4a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8f69edb3a40d0" /><Relationship Type="http://schemas.openxmlformats.org/officeDocument/2006/relationships/notesSlide" Target="/ppt/notesSlides/notesSlide5.xml" Id="R2cdbc5966d9f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710874eba4630" /><Relationship Type="http://schemas.openxmlformats.org/officeDocument/2006/relationships/notesSlide" Target="/ppt/notesSlides/notesSlide6.xml" Id="Re508e256a37d47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9c4ca75e44f85" /><Relationship Type="http://schemas.openxmlformats.org/officeDocument/2006/relationships/notesSlide" Target="/ppt/notesSlides/notesSlide7.xml" Id="Rf61b6ef276204e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3ec12be544345" /><Relationship Type="http://schemas.openxmlformats.org/officeDocument/2006/relationships/notesSlide" Target="/ppt/notesSlides/notesSlide8.xml" Id="R06bc43165e04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2BE6F43-151D-49B5-9158-AE95FA66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DESKTOP RUSSIAN LEARNING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39B616E-63C8-4ADC-88E6-CB9C919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Russian</a:t>
            </a:r>
          </a:p>
          <a:p xmlns:a="http://schemas.openxmlformats.org/drawingml/2006/main">
            <a:pPr algn="l">
              <a:defRPr sz="46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Course AI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DFC00E70-3FDD-447F-8A25-19302F7C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4" name="cover-tr">
            <a:extLst xmlns:a="http://schemas.openxmlformats.org/drawingml/2006/main">
              <a:ext uri="{FF2B5EF4-FFF2-40B4-BE49-F238E27FC236}">
                <a16:creationId xmlns:a16="http://schemas.microsoft.com/office/drawing/2014/main" id="{ADF30AE1-10B3-463F-8B34-8ED0F9A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Rusçayı tek bir odaklı uygulamada öğrenin.</a:t>
            </a:r>
          </a:p>
        </p:txBody>
      </p:sp>
      <p:sp>
        <p:nvSpPr>
          <p:cNvPr id="5" name="cover-en">
            <a:extLst xmlns:a="http://schemas.openxmlformats.org/drawingml/2006/main">
              <a:ext uri="{FF2B5EF4-FFF2-40B4-BE49-F238E27FC236}">
                <a16:creationId xmlns:a16="http://schemas.microsoft.com/office/drawing/2014/main" id="{5210288A-7260-4997-BC7C-4A268DF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Learn Russian in one focused desktop app.</a:t>
            </a:r>
          </a:p>
        </p:txBody>
      </p:sp>
      <p:sp>
        <p:nvSpPr>
          <p:cNvPr id="6" name="cover-ru">
            <a:extLst xmlns:a="http://schemas.openxmlformats.org/drawingml/2006/main">
              <a:ext uri="{FF2B5EF4-FFF2-40B4-BE49-F238E27FC236}">
                <a16:creationId xmlns:a16="http://schemas.microsoft.com/office/drawing/2014/main" id="{AD8F39B1-96A0-4D73-AA0B-1A1B1592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Изучайте русский в одном приложении.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01DAC586-E268-4147-886D-CBF8EDA8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Windows 10/11 (x64) + macOS (Apple Silicon)  •  A1-C1  •  TR / EN / RU</a:t>
            </a:r>
          </a:p>
        </p:txBody>
      </p:sp>
      <p:sp>
        <p:nvSpPr>
          <p:cNvPr id="8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84041A3A-9001-41E9-8526-8E194E38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0F15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50242961d4cc9"/>
          <a:srcRect xmlns:a="http://schemas.openxmlformats.org/drawingml/2006/main" l="510" t="0" r="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10" name="footer-1">
            <a:extLst xmlns:a="http://schemas.openxmlformats.org/drawingml/2006/main">
              <a:ext uri="{FF2B5EF4-FFF2-40B4-BE49-F238E27FC236}">
                <a16:creationId xmlns:a16="http://schemas.microsoft.com/office/drawing/2014/main" id="{E3968BC7-BEF5-4809-996F-26DD2979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4638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A2DE3156-7140-43BD-95B4-47B7356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interface. Every practice mode.</a:t>
            </a:r>
          </a:p>
        </p:txBody>
      </p:sp>
      <p:sp>
        <p:nvSpPr>
          <p:cNvPr id="2" name="screen-subtitle">
            <a:extLst xmlns:a="http://schemas.openxmlformats.org/drawingml/2006/main">
              <a:ext uri="{FF2B5EF4-FFF2-40B4-BE49-F238E27FC236}">
                <a16:creationId xmlns:a16="http://schemas.microsoft.com/office/drawing/2014/main" id="{942B7966-4856-420F-B68A-FF9CFC94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Tek arayüz. Tüm çalışma biçimleri.  •  Один интерфейс. Все форматы практики.</a:t>
            </a:r>
          </a:p>
        </p:txBody>
      </p:sp>
      <p:sp>
        <p:nvSpPr>
          <p:cNvPr id="3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BB3F2C2-3D3C-42D9-BA94-360566E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171D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fa669e5154431"/>
          <a:stretch xmlns:a="http://schemas.openxmlformats.org/drawingml/2006/main"/>
        </p:blipFill>
        <p:spPr>
          <a:xfrm xmlns:a="http://schemas.openxmlformats.org/drawingml/2006/main">
            <a:off x="2728015" y="1600200"/>
            <a:ext cx="6735971" cy="453390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5" name="screen-footer">
            <a:extLst xmlns:a="http://schemas.openxmlformats.org/drawingml/2006/main">
              <a:ext uri="{FF2B5EF4-FFF2-40B4-BE49-F238E27FC236}">
                <a16:creationId xmlns:a16="http://schemas.microsoft.com/office/drawing/2014/main" id="{CBCFE3D5-A023-422E-8CAC-6DE76EC4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8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196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nguage-title">
            <a:extLst xmlns:a="http://schemas.openxmlformats.org/drawingml/2006/main">
              <a:ext uri="{FF2B5EF4-FFF2-40B4-BE49-F238E27FC236}">
                <a16:creationId xmlns:a16="http://schemas.microsoft.com/office/drawing/2014/main" id="{274E69F3-8A25-48C6-A378-D8B9FC22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One interface, three languages</a:t>
            </a:r>
          </a:p>
        </p:txBody>
      </p:sp>
      <p:sp>
        <p:nvSpPr>
          <p:cNvPr id="2" name="language-subtitle">
            <a:extLst xmlns:a="http://schemas.openxmlformats.org/drawingml/2006/main">
              <a:ext uri="{FF2B5EF4-FFF2-40B4-BE49-F238E27FC236}">
                <a16:creationId xmlns:a16="http://schemas.microsoft.com/office/drawing/2014/main" id="{ECA0A163-A15E-4CE1-8BAB-F04A4D5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Dil seçimi anında uygulanır ve sonraki açılış için kaydedilir.</a:t>
            </a:r>
          </a:p>
        </p:txBody>
      </p:sp>
      <p:sp>
        <p:nvSpPr>
          <p:cNvPr id="3" name="language-rule">
            <a:extLst xmlns:a="http://schemas.openxmlformats.org/drawingml/2006/main">
              <a:ext uri="{FF2B5EF4-FFF2-40B4-BE49-F238E27FC236}">
                <a16:creationId xmlns:a16="http://schemas.microsoft.com/office/drawing/2014/main" id="{A2AB4C33-7337-4298-908F-04614F60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6C7DCB2E-F457-4DE5-AFD1-202FA14A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TÜRKÇE</a:t>
            </a:r>
          </a:p>
        </p:txBody>
      </p:sp>
      <p:sp>
        <p:nvSpPr>
          <p:cNvPr id="5" name="language-head-0">
            <a:extLst xmlns:a="http://schemas.openxmlformats.org/drawingml/2006/main">
              <a:ext uri="{FF2B5EF4-FFF2-40B4-BE49-F238E27FC236}">
                <a16:creationId xmlns:a16="http://schemas.microsoft.com/office/drawing/2014/main" id="{3829403D-B318-4984-B86D-45C44FD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Öğrenmeye odaklanın</a:t>
            </a:r>
          </a:p>
        </p:txBody>
      </p:sp>
      <p:sp>
        <p:nvSpPr>
          <p:cNvPr id="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F7F435FA-D395-465B-B0CC-545B890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Menüler, çalışma akışı ve AI yönergeleri seçtiğiniz dile uyum sağlar.</a:t>
            </a:r>
          </a:p>
        </p:txBody>
      </p:sp>
      <p:sp>
        <p:nvSpPr>
          <p:cNvPr id="7" name="language-accent-0">
            <a:extLst xmlns:a="http://schemas.openxmlformats.org/drawingml/2006/main">
              <a:ext uri="{FF2B5EF4-FFF2-40B4-BE49-F238E27FC236}">
                <a16:creationId xmlns:a16="http://schemas.microsoft.com/office/drawing/2014/main" id="{63FA023B-D0BF-4DB3-9BC1-6FB9DE2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31A"/>
            </a:solidFill>
            <a:prstDash val="solid"/>
          </a:ln>
        </p:spPr>
      </p:sp>
      <p:sp>
        <p:nvSpPr>
          <p:cNvPr id="8" name="language-label-1">
            <a:extLst xmlns:a="http://schemas.openxmlformats.org/drawingml/2006/main">
              <a:ext uri="{FF2B5EF4-FFF2-40B4-BE49-F238E27FC236}">
                <a16:creationId xmlns:a16="http://schemas.microsoft.com/office/drawing/2014/main" id="{F2536F4B-2DDD-468C-BF77-F2279DA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9" name="language-head-1">
            <a:extLst xmlns:a="http://schemas.openxmlformats.org/drawingml/2006/main">
              <a:ext uri="{FF2B5EF4-FFF2-40B4-BE49-F238E27FC236}">
                <a16:creationId xmlns:a16="http://schemas.microsoft.com/office/drawing/2014/main" id="{163B6C00-6304-4A21-9336-CBA9CF6A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Learn without friction</a:t>
            </a:r>
          </a:p>
        </p:txBody>
      </p:sp>
      <p:sp>
        <p:nvSpPr>
          <p:cNvPr id="10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8866ED22-231C-4F2C-B709-47CDBC9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00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Navigation, study flows, and AI guidance follow your selected language.</a:t>
            </a:r>
          </a:p>
        </p:txBody>
      </p:sp>
      <p:sp>
        <p:nvSpPr>
          <p:cNvPr id="11" name="language-accent-1">
            <a:extLst xmlns:a="http://schemas.openxmlformats.org/drawingml/2006/main">
              <a:ext uri="{FF2B5EF4-FFF2-40B4-BE49-F238E27FC236}">
                <a16:creationId xmlns:a16="http://schemas.microsoft.com/office/drawing/2014/main" id="{FF3F7CBA-2531-44AA-B5DE-C0DE04F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340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language-label-2">
            <a:extLst xmlns:a="http://schemas.openxmlformats.org/drawingml/2006/main">
              <a:ext uri="{FF2B5EF4-FFF2-40B4-BE49-F238E27FC236}">
                <a16:creationId xmlns:a16="http://schemas.microsoft.com/office/drawing/2014/main" id="{48018914-E29D-4ED3-A0C3-8DF422B1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РУССКИЙ</a:t>
            </a:r>
          </a:p>
        </p:txBody>
      </p:sp>
      <p:sp>
        <p:nvSpPr>
          <p:cNvPr id="13" name="language-head-2">
            <a:extLst xmlns:a="http://schemas.openxmlformats.org/drawingml/2006/main">
              <a:ext uri="{FF2B5EF4-FFF2-40B4-BE49-F238E27FC236}">
                <a16:creationId xmlns:a16="http://schemas.microsoft.com/office/drawing/2014/main" id="{1E2795D4-1816-426F-9A04-913DB40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Учитесь без барьеров</a:t>
            </a:r>
          </a:p>
        </p:txBody>
      </p:sp>
      <p:sp>
        <p:nvSpPr>
          <p:cNvPr id="14" name="language-body-2">
            <a:extLst xmlns:a="http://schemas.openxmlformats.org/drawingml/2006/main">
              <a:ext uri="{FF2B5EF4-FFF2-40B4-BE49-F238E27FC236}">
                <a16:creationId xmlns:a16="http://schemas.microsoft.com/office/drawing/2014/main" id="{C3F53394-BA94-4E5B-859A-1DF7F119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Навигация, упражнения и инструкции для ИИ работают на выбранном языке.</a:t>
            </a:r>
          </a:p>
        </p:txBody>
      </p:sp>
      <p:sp>
        <p:nvSpPr>
          <p:cNvPr id="15" name="language-accent-2">
            <a:extLst xmlns:a="http://schemas.openxmlformats.org/drawingml/2006/main">
              <a:ext uri="{FF2B5EF4-FFF2-40B4-BE49-F238E27FC236}">
                <a16:creationId xmlns:a16="http://schemas.microsoft.com/office/drawing/2014/main" id="{262BEB27-B19E-402B-924A-BBD9148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F6675"/>
            </a:solidFill>
            <a:prstDash val="solid"/>
          </a:ln>
        </p:spPr>
      </p:sp>
      <p:sp>
        <p:nvSpPr>
          <p:cNvPr id="16" name="footer-3">
            <a:extLst xmlns:a="http://schemas.openxmlformats.org/drawingml/2006/main">
              <a:ext uri="{FF2B5EF4-FFF2-40B4-BE49-F238E27FC236}">
                <a16:creationId xmlns:a16="http://schemas.microsoft.com/office/drawing/2014/main" id="{6A241A3B-43C5-4D13-9FF8-314615B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7863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oop-title">
            <a:extLst xmlns:a="http://schemas.openxmlformats.org/drawingml/2006/main">
              <a:ext uri="{FF2B5EF4-FFF2-40B4-BE49-F238E27FC236}">
                <a16:creationId xmlns:a16="http://schemas.microsoft.com/office/drawing/2014/main" id="{46A6EEBA-AB32-40AD-8B25-B0222E66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A daily loop that keeps momentum</a:t>
            </a:r>
          </a:p>
        </p:txBody>
      </p:sp>
      <p:sp>
        <p:nvSpPr>
          <p:cNvPr id="2" name="loop-subtitle">
            <a:extLst xmlns:a="http://schemas.openxmlformats.org/drawingml/2006/main">
              <a:ext uri="{FF2B5EF4-FFF2-40B4-BE49-F238E27FC236}">
                <a16:creationId xmlns:a16="http://schemas.microsoft.com/office/drawing/2014/main" id="{3F283596-21AE-45A8-A151-D31E675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Her gün küçük bir döngü.  •  A small loop every day.  •  Небольшой цикл каждый день.</a:t>
            </a:r>
          </a:p>
        </p:txBody>
      </p:sp>
      <p:sp>
        <p:nvSpPr>
          <p:cNvPr id="3" name="loop-track">
            <a:extLst xmlns:a="http://schemas.openxmlformats.org/drawingml/2006/main">
              <a:ext uri="{FF2B5EF4-FFF2-40B4-BE49-F238E27FC236}">
                <a16:creationId xmlns:a16="http://schemas.microsoft.com/office/drawing/2014/main" id="{F5F8A142-A169-48F9-BEC4-E76F62EC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loop-node-0">
            <a:extLst xmlns:a="http://schemas.openxmlformats.org/drawingml/2006/main">
              <a:ext uri="{FF2B5EF4-FFF2-40B4-BE49-F238E27FC236}">
                <a16:creationId xmlns:a16="http://schemas.microsoft.com/office/drawing/2014/main" id="{49828832-8AF0-4981-A8CA-23EF4788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op-number-0">
            <a:extLst xmlns:a="http://schemas.openxmlformats.org/drawingml/2006/main">
              <a:ext uri="{FF2B5EF4-FFF2-40B4-BE49-F238E27FC236}">
                <a16:creationId xmlns:a16="http://schemas.microsoft.com/office/drawing/2014/main" id="{76585E12-A832-440D-908C-CE0F559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loop-en-0">
            <a:extLst xmlns:a="http://schemas.openxmlformats.org/drawingml/2006/main">
              <a:ext uri="{FF2B5EF4-FFF2-40B4-BE49-F238E27FC236}">
                <a16:creationId xmlns:a16="http://schemas.microsoft.com/office/drawing/2014/main" id="{CDAD05E3-789D-4F62-96A4-8B9BE1F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7" name="loop-tr-0">
            <a:extLst xmlns:a="http://schemas.openxmlformats.org/drawingml/2006/main">
              <a:ext uri="{FF2B5EF4-FFF2-40B4-BE49-F238E27FC236}">
                <a16:creationId xmlns:a16="http://schemas.microsoft.com/office/drawing/2014/main" id="{B3246265-0CAF-4746-ABBB-C3CD8B7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ÖĞREN</a:t>
            </a:r>
          </a:p>
        </p:txBody>
      </p:sp>
      <p:sp>
        <p:nvSpPr>
          <p:cNvPr id="8" name="loop-ru-0">
            <a:extLst xmlns:a="http://schemas.openxmlformats.org/drawingml/2006/main">
              <a:ext uri="{FF2B5EF4-FFF2-40B4-BE49-F238E27FC236}">
                <a16:creationId xmlns:a16="http://schemas.microsoft.com/office/drawing/2014/main" id="{45324295-9DE7-4040-8761-5CE9097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УЧИТЬ</a:t>
            </a:r>
          </a:p>
        </p:txBody>
      </p:sp>
      <p:sp>
        <p:nvSpPr>
          <p:cNvPr id="9" name="loop-detail-0">
            <a:extLst xmlns:a="http://schemas.openxmlformats.org/drawingml/2006/main">
              <a:ext uri="{FF2B5EF4-FFF2-40B4-BE49-F238E27FC236}">
                <a16:creationId xmlns:a16="http://schemas.microsoft.com/office/drawing/2014/main" id="{83186149-8AF1-42FE-AB11-6821C5F1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Words • Dictionary • Cyrillic • Grammar</a:t>
            </a:r>
          </a:p>
        </p:txBody>
      </p:sp>
      <p:sp>
        <p:nvSpPr>
          <p:cNvPr id="10" name="loop-node-1">
            <a:extLst xmlns:a="http://schemas.openxmlformats.org/drawingml/2006/main">
              <a:ext uri="{FF2B5EF4-FFF2-40B4-BE49-F238E27FC236}">
                <a16:creationId xmlns:a16="http://schemas.microsoft.com/office/drawing/2014/main" id="{2B0F251F-EFE1-4FE1-BEF5-95407C6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op-number-1">
            <a:extLst xmlns:a="http://schemas.openxmlformats.org/drawingml/2006/main">
              <a:ext uri="{FF2B5EF4-FFF2-40B4-BE49-F238E27FC236}">
                <a16:creationId xmlns:a16="http://schemas.microsoft.com/office/drawing/2014/main" id="{3C381A25-FD1E-4F08-BD89-1B7B625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99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loop-en-1">
            <a:extLst xmlns:a="http://schemas.openxmlformats.org/drawingml/2006/main">
              <a:ext uri="{FF2B5EF4-FFF2-40B4-BE49-F238E27FC236}">
                <a16:creationId xmlns:a16="http://schemas.microsoft.com/office/drawing/2014/main" id="{424198CD-885D-4AD5-B0C6-084A123F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3" name="loop-tr-1">
            <a:extLst xmlns:a="http://schemas.openxmlformats.org/drawingml/2006/main">
              <a:ext uri="{FF2B5EF4-FFF2-40B4-BE49-F238E27FC236}">
                <a16:creationId xmlns:a16="http://schemas.microsoft.com/office/drawing/2014/main" id="{66B10C27-5E60-46A5-8E8C-44B598A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PRATİK</a:t>
            </a:r>
          </a:p>
        </p:txBody>
      </p:sp>
      <p:sp>
        <p:nvSpPr>
          <p:cNvPr id="14" name="loop-ru-1">
            <a:extLst xmlns:a="http://schemas.openxmlformats.org/drawingml/2006/main">
              <a:ext uri="{FF2B5EF4-FFF2-40B4-BE49-F238E27FC236}">
                <a16:creationId xmlns:a16="http://schemas.microsoft.com/office/drawing/2014/main" id="{66E24831-608A-4346-B44B-1F17696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ПРАКТИКА</a:t>
            </a:r>
          </a:p>
        </p:txBody>
      </p:sp>
      <p:sp>
        <p:nvSpPr>
          <p:cNvPr id="15" name="loop-detail-1">
            <a:extLst xmlns:a="http://schemas.openxmlformats.org/drawingml/2006/main">
              <a:ext uri="{FF2B5EF4-FFF2-40B4-BE49-F238E27FC236}">
                <a16:creationId xmlns:a16="http://schemas.microsoft.com/office/drawing/2014/main" id="{24175B82-412E-46A0-AACD-A63A030F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0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Speaking • Writing • Pronunciation</a:t>
            </a:r>
          </a:p>
        </p:txBody>
      </p:sp>
      <p:sp>
        <p:nvSpPr>
          <p:cNvPr id="16" name="loop-node-2">
            <a:extLst xmlns:a="http://schemas.openxmlformats.org/drawingml/2006/main">
              <a:ext uri="{FF2B5EF4-FFF2-40B4-BE49-F238E27FC236}">
                <a16:creationId xmlns:a16="http://schemas.microsoft.com/office/drawing/2014/main" id="{85ED2B24-7182-4004-9710-9A9072D6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number-2">
            <a:extLst xmlns:a="http://schemas.openxmlformats.org/drawingml/2006/main">
              <a:ext uri="{FF2B5EF4-FFF2-40B4-BE49-F238E27FC236}">
                <a16:creationId xmlns:a16="http://schemas.microsoft.com/office/drawing/2014/main" id="{3A787DE8-8D24-4D64-A6D4-7DCB39FF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oop-en-2">
            <a:extLst xmlns:a="http://schemas.openxmlformats.org/drawingml/2006/main">
              <a:ext uri="{FF2B5EF4-FFF2-40B4-BE49-F238E27FC236}">
                <a16:creationId xmlns:a16="http://schemas.microsoft.com/office/drawing/2014/main" id="{D66948AB-F5E9-4323-93E7-0EE2BE79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loop-tr-2">
            <a:extLst xmlns:a="http://schemas.openxmlformats.org/drawingml/2006/main">
              <a:ext uri="{FF2B5EF4-FFF2-40B4-BE49-F238E27FC236}">
                <a16:creationId xmlns:a16="http://schemas.microsoft.com/office/drawing/2014/main" id="{AF071F88-88B3-46BD-A6B3-17670650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TEKRAR</a:t>
            </a:r>
          </a:p>
        </p:txBody>
      </p:sp>
      <p:sp>
        <p:nvSpPr>
          <p:cNvPr id="20" name="loop-ru-2">
            <a:extLst xmlns:a="http://schemas.openxmlformats.org/drawingml/2006/main">
              <a:ext uri="{FF2B5EF4-FFF2-40B4-BE49-F238E27FC236}">
                <a16:creationId xmlns:a16="http://schemas.microsoft.com/office/drawing/2014/main" id="{8F704AFF-B850-4B97-8559-80A59B1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ПОВТОРЕНИЕ</a:t>
            </a:r>
          </a:p>
        </p:txBody>
      </p:sp>
      <p:sp>
        <p:nvSpPr>
          <p:cNvPr id="21" name="loop-detail-2">
            <a:extLst xmlns:a="http://schemas.openxmlformats.org/drawingml/2006/main">
              <a:ext uri="{FF2B5EF4-FFF2-40B4-BE49-F238E27FC236}">
                <a16:creationId xmlns:a16="http://schemas.microsoft.com/office/drawing/2014/main" id="{38790263-133D-4F93-ACD7-13D0518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Spaced review • Exams • Progress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CD2B9127-19EC-4AFE-B057-A4ADB53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4778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EF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eadth-title">
            <a:extLst xmlns:a="http://schemas.openxmlformats.org/drawingml/2006/main">
              <a:ext uri="{FF2B5EF4-FFF2-40B4-BE49-F238E27FC236}">
                <a16:creationId xmlns:a16="http://schemas.microsoft.com/office/drawing/2014/main" id="{41A8A9CC-C126-459A-9795-76173D1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More than flashcards</a:t>
            </a:r>
          </a:p>
        </p:txBody>
      </p:sp>
      <p:sp>
        <p:nvSpPr>
          <p:cNvPr id="2" name="breadth-triple">
            <a:extLst xmlns:a="http://schemas.openxmlformats.org/drawingml/2006/main">
              <a:ext uri="{FF2B5EF4-FFF2-40B4-BE49-F238E27FC236}">
                <a16:creationId xmlns:a16="http://schemas.microsoft.com/office/drawing/2014/main" id="{B5D4ACA3-5408-43CE-A15C-53C7262E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Kelime kartlarından fazlası  •  Больше, чем карточки</a:t>
            </a:r>
          </a:p>
        </p:txBody>
      </p:sp>
      <p:sp>
        <p:nvSpPr>
          <p:cNvPr id="3" name="breadth-number">
            <a:extLst xmlns:a="http://schemas.openxmlformats.org/drawingml/2006/main">
              <a:ext uri="{FF2B5EF4-FFF2-40B4-BE49-F238E27FC236}">
                <a16:creationId xmlns:a16="http://schemas.microsoft.com/office/drawing/2014/main" id="{C4B128BF-38C9-4931-A01E-A612F8E0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breadth-caption">
            <a:extLst xmlns:a="http://schemas.openxmlformats.org/drawingml/2006/main">
              <a:ext uri="{FF2B5EF4-FFF2-40B4-BE49-F238E27FC236}">
                <a16:creationId xmlns:a16="http://schemas.microsoft.com/office/drawing/2014/main" id="{3FD46BCB-8D30-4C02-AF08-1588D15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focused workspaces</a:t>
            </a:r>
          </a:p>
          <a:p xmlns:a="http://schemas.openxmlformats.org/drawingml/2006/main">
            <a:pPr algn="l">
              <a:defRPr sz="187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odaklı çalışma alanı</a:t>
            </a:r>
          </a:p>
          <a:p xmlns:a="http://schemas.openxmlformats.org/drawingml/2006/main">
            <a:pPr algn="l">
              <a:defRPr sz="187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специализированных разделов</a:t>
            </a:r>
          </a:p>
        </p:txBody>
      </p:sp>
      <p:sp>
        <p:nvSpPr>
          <p:cNvPr id="5" name="breadth-divider">
            <a:extLst xmlns:a="http://schemas.openxmlformats.org/drawingml/2006/main">
              <a:ext uri="{FF2B5EF4-FFF2-40B4-BE49-F238E27FC236}">
                <a16:creationId xmlns:a16="http://schemas.microsoft.com/office/drawing/2014/main" id="{2D67E61B-5EE3-4FFF-B2F0-5C4137F0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breadth-item-rule-0">
            <a:extLst xmlns:a="http://schemas.openxmlformats.org/drawingml/2006/main">
              <a:ext uri="{FF2B5EF4-FFF2-40B4-BE49-F238E27FC236}">
                <a16:creationId xmlns:a16="http://schemas.microsoft.com/office/drawing/2014/main" id="{02D6AD79-FBAB-4010-9AC9-33AD89A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readth-item-0">
            <a:extLst xmlns:a="http://schemas.openxmlformats.org/drawingml/2006/main">
              <a:ext uri="{FF2B5EF4-FFF2-40B4-BE49-F238E27FC236}">
                <a16:creationId xmlns:a16="http://schemas.microsoft.com/office/drawing/2014/main" id="{66122974-B85C-4E8F-8AD8-430481C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2405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RU-EN dictionary · Sözlük · Словарь RU-EN</a:t>
            </a:r>
          </a:p>
        </p:txBody>
      </p:sp>
      <p:sp>
        <p:nvSpPr>
          <p:cNvPr id="8" name="breadth-item-rule-1">
            <a:extLst xmlns:a="http://schemas.openxmlformats.org/drawingml/2006/main">
              <a:ext uri="{FF2B5EF4-FFF2-40B4-BE49-F238E27FC236}">
                <a16:creationId xmlns:a16="http://schemas.microsoft.com/office/drawing/2014/main" id="{99A0F640-068E-411E-B85C-35C1E8B6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breadth-item-1">
            <a:extLst xmlns:a="http://schemas.openxmlformats.org/drawingml/2006/main">
              <a:ext uri="{FF2B5EF4-FFF2-40B4-BE49-F238E27FC236}">
                <a16:creationId xmlns:a16="http://schemas.microsoft.com/office/drawing/2014/main" id="{BEEE03AE-B5E4-4965-BB5B-2DBE345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Word bank &amp; grammar · Kelime bankası · Грамматика</a:t>
            </a:r>
          </a:p>
        </p:txBody>
      </p:sp>
      <p:sp>
        <p:nvSpPr>
          <p:cNvPr id="10" name="breadth-item-rule-2">
            <a:extLst xmlns:a="http://schemas.openxmlformats.org/drawingml/2006/main">
              <a:ext uri="{FF2B5EF4-FFF2-40B4-BE49-F238E27FC236}">
                <a16:creationId xmlns:a16="http://schemas.microsoft.com/office/drawing/2014/main" id="{D44E6E13-B923-430B-945C-50A3AC26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5280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readth-item-2">
            <a:extLst xmlns:a="http://schemas.openxmlformats.org/drawingml/2006/main">
              <a:ext uri="{FF2B5EF4-FFF2-40B4-BE49-F238E27FC236}">
                <a16:creationId xmlns:a16="http://schemas.microsoft.com/office/drawing/2014/main" id="{4252DF7E-EEA2-48D7-81BB-707ECC24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PDF reader · PDF okuyucu · PDF-читалка</a:t>
            </a:r>
          </a:p>
        </p:txBody>
      </p:sp>
      <p:sp>
        <p:nvSpPr>
          <p:cNvPr id="12" name="breadth-item-rule-3">
            <a:extLst xmlns:a="http://schemas.openxmlformats.org/drawingml/2006/main">
              <a:ext uri="{FF2B5EF4-FFF2-40B4-BE49-F238E27FC236}">
                <a16:creationId xmlns:a16="http://schemas.microsoft.com/office/drawing/2014/main" id="{FC573B81-E07C-412F-9D2C-6AE740A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0525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breadth-item-3">
            <a:extLst xmlns:a="http://schemas.openxmlformats.org/drawingml/2006/main">
              <a:ext uri="{FF2B5EF4-FFF2-40B4-BE49-F238E27FC236}">
                <a16:creationId xmlns:a16="http://schemas.microsoft.com/office/drawing/2014/main" id="{1DD8140B-A346-4DB1-BE12-C623F87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814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tutor · AI öğretmen · ИИ-преподаватель</a:t>
            </a:r>
          </a:p>
        </p:txBody>
      </p:sp>
      <p:sp>
        <p:nvSpPr>
          <p:cNvPr id="14" name="breadth-item-rule-4">
            <a:extLst xmlns:a="http://schemas.openxmlformats.org/drawingml/2006/main">
              <a:ext uri="{FF2B5EF4-FFF2-40B4-BE49-F238E27FC236}">
                <a16:creationId xmlns:a16="http://schemas.microsoft.com/office/drawing/2014/main" id="{C185BD89-B80E-4B71-86E8-5E1B328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5770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5" name="breadth-item-4">
            <a:extLst xmlns:a="http://schemas.openxmlformats.org/drawingml/2006/main">
              <a:ext uri="{FF2B5EF4-FFF2-40B4-BE49-F238E27FC236}">
                <a16:creationId xmlns:a16="http://schemas.microsoft.com/office/drawing/2014/main" id="{EAF5AB64-2B21-421F-90F5-9A28270B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3385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Speaking, handwriting, exams, progress</a:t>
            </a:r>
          </a:p>
        </p:txBody>
      </p:sp>
      <p:sp>
        <p:nvSpPr>
          <p:cNvPr id="16" name="breadth-item-rule-5">
            <a:extLst xmlns:a="http://schemas.openxmlformats.org/drawingml/2006/main">
              <a:ext uri="{FF2B5EF4-FFF2-40B4-BE49-F238E27FC236}">
                <a16:creationId xmlns:a16="http://schemas.microsoft.com/office/drawing/2014/main" id="{E1D8A4E9-DF12-4F70-B6A8-5CF9586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015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7" name="breadth-item-5">
            <a:extLst xmlns:a="http://schemas.openxmlformats.org/drawingml/2006/main">
              <a:ext uri="{FF2B5EF4-FFF2-40B4-BE49-F238E27FC236}">
                <a16:creationId xmlns:a16="http://schemas.microsoft.com/office/drawing/2014/main" id="{FE8A3A62-8CFB-4E99-8DC2-F43964D8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Konuşma, el yazısı, sınav, ilerleme</a:t>
            </a:r>
          </a:p>
        </p:txBody>
      </p:sp>
      <p:sp>
        <p:nvSpPr>
          <p:cNvPr id="18" name="breadth-item-rule-6">
            <a:extLst xmlns:a="http://schemas.openxmlformats.org/drawingml/2006/main">
              <a:ext uri="{FF2B5EF4-FFF2-40B4-BE49-F238E27FC236}">
                <a16:creationId xmlns:a16="http://schemas.microsoft.com/office/drawing/2014/main" id="{0379DF69-551C-4D81-B1AA-97E6CD99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62600"/>
            <a:ext cx="596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E"/>
            </a:solidFill>
            <a:prstDash val="solid"/>
          </a:ln>
        </p:spPr>
      </p:sp>
      <p:sp>
        <p:nvSpPr>
          <p:cNvPr id="19" name="breadth-item-6">
            <a:extLst xmlns:a="http://schemas.openxmlformats.org/drawingml/2006/main">
              <a:ext uri="{FF2B5EF4-FFF2-40B4-BE49-F238E27FC236}">
                <a16:creationId xmlns:a16="http://schemas.microsoft.com/office/drawing/2014/main" id="{A762B8F6-C984-4E15-8443-DA998F2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3875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Разговор, почерк, экзамены, прогресс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0ABE3379-3D7E-49D8-84E2-4339F936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1217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186230F9-6A8C-4A51-925C-93A2993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Private by default. Flexible when needed.</a:t>
            </a:r>
          </a:p>
        </p:txBody>
      </p:sp>
      <p:sp>
        <p:nvSpPr>
          <p:cNvPr id="2" name="privacy-tr">
            <a:extLst xmlns:a="http://schemas.openxmlformats.org/drawingml/2006/main">
              <a:ext uri="{FF2B5EF4-FFF2-40B4-BE49-F238E27FC236}">
                <a16:creationId xmlns:a16="http://schemas.microsoft.com/office/drawing/2014/main" id="{23DAF60E-FD5D-4D07-8D2F-713A938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Varsayılan olarak özel. Gerektiğinde esnek.</a:t>
            </a:r>
          </a:p>
        </p:txBody>
      </p:sp>
      <p:sp>
        <p:nvSpPr>
          <p:cNvPr id="3" name="privacy-ru">
            <a:extLst xmlns:a="http://schemas.openxmlformats.org/drawingml/2006/main">
              <a:ext uri="{FF2B5EF4-FFF2-40B4-BE49-F238E27FC236}">
                <a16:creationId xmlns:a16="http://schemas.microsoft.com/office/drawing/2014/main" id="{9EA2DBC1-DE95-4B2A-8A5A-2890D63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Конфиденциальность по умолчанию. Гибкость при необходимости.</a:t>
            </a:r>
          </a:p>
        </p:txBody>
      </p:sp>
      <p:sp>
        <p:nvSpPr>
          <p:cNvPr id="4" name="privacy-divider">
            <a:extLst xmlns:a="http://schemas.openxmlformats.org/drawingml/2006/main">
              <a:ext uri="{FF2B5EF4-FFF2-40B4-BE49-F238E27FC236}">
                <a16:creationId xmlns:a16="http://schemas.microsoft.com/office/drawing/2014/main" id="{2F08F910-804D-4789-BA3E-630AC1B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ocal-label">
            <a:extLst xmlns:a="http://schemas.openxmlformats.org/drawingml/2006/main">
              <a:ext uri="{FF2B5EF4-FFF2-40B4-BE49-F238E27FC236}">
                <a16:creationId xmlns:a16="http://schemas.microsoft.com/office/drawing/2014/main" id="{D5486C58-48C2-42D4-9F34-073D5D0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LOCAL CORE</a:t>
            </a:r>
          </a:p>
        </p:txBody>
      </p:sp>
      <p:sp>
        <p:nvSpPr>
          <p:cNvPr id="6" name="local-head">
            <a:extLst xmlns:a="http://schemas.openxmlformats.org/drawingml/2006/main">
              <a:ext uri="{FF2B5EF4-FFF2-40B4-BE49-F238E27FC236}">
                <a16:creationId xmlns:a16="http://schemas.microsoft.com/office/drawing/2014/main" id="{F9F6834E-C260-4B5D-BF7F-2E400F5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Study data stays on your machine</a:t>
            </a:r>
          </a:p>
        </p:txBody>
      </p:sp>
      <p:sp>
        <p:nvSpPr>
          <p:cNvPr id="7" name="local-copy">
            <a:extLst xmlns:a="http://schemas.openxmlformats.org/drawingml/2006/main">
              <a:ext uri="{FF2B5EF4-FFF2-40B4-BE49-F238E27FC236}">
                <a16:creationId xmlns:a16="http://schemas.microsoft.com/office/drawing/2014/main" id="{E4148AFF-A7A5-4762-99F5-8286E3C4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İlerleme SQLite içinde yerel saklanır.</a:t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Sözlük ve AI öğretmen LM Studio ile yerelde çalışır.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Прогресс хранится локально в SQLite.</a:t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Словарь и ИИ работают локально через LM Studio.</a:t>
            </a:r>
          </a:p>
        </p:txBody>
      </p:sp>
      <p:sp>
        <p:nvSpPr>
          <p:cNvPr id="8" name="optional-label">
            <a:extLst xmlns:a="http://schemas.openxmlformats.org/drawingml/2006/main">
              <a:ext uri="{FF2B5EF4-FFF2-40B4-BE49-F238E27FC236}">
                <a16:creationId xmlns:a16="http://schemas.microsoft.com/office/drawing/2014/main" id="{80650398-6085-4173-B203-27B40AB4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OPTIONAL NETWORK</a:t>
            </a:r>
          </a:p>
        </p:txBody>
      </p:sp>
      <p:sp>
        <p:nvSpPr>
          <p:cNvPr id="9" name="optional-head">
            <a:extLst xmlns:a="http://schemas.openxmlformats.org/drawingml/2006/main">
              <a:ext uri="{FF2B5EF4-FFF2-40B4-BE49-F238E27FC236}">
                <a16:creationId xmlns:a16="http://schemas.microsoft.com/office/drawing/2014/main" id="{40E4EA46-B5D8-4AFD-9F17-6798A3B3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Online features activate only by choice</a:t>
            </a:r>
          </a:p>
        </p:txBody>
      </p:sp>
      <p:sp>
        <p:nvSpPr>
          <p:cNvPr id="10" name="optional-copy">
            <a:extLst xmlns:a="http://schemas.openxmlformats.org/drawingml/2006/main">
              <a:ext uri="{FF2B5EF4-FFF2-40B4-BE49-F238E27FC236}">
                <a16:creationId xmlns:a16="http://schemas.microsoft.com/office/drawing/2014/main" id="{C0A613B9-8791-4AD3-A4DB-1D2C554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Kaynak indirmeleri ve alternatif AI ucu (NVIDIA NIM / özel OpenAI uyumlu URL) internet kullanır; anahtar Credential Manager'da.</a:t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Core learning remains available without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Загрузки и альтернативный ИИ-узел (NVIDIA NIM) используют интернет.</a:t>
            </a:r>
          </a:p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Основное обучение доступно и без них.</a:t>
            </a:r>
          </a:p>
        </p:txBody>
      </p:sp>
      <p:sp>
        <p:nvSpPr>
          <p:cNvPr id="11" name="footer-6">
            <a:extLst xmlns:a="http://schemas.openxmlformats.org/drawingml/2006/main">
              <a:ext uri="{FF2B5EF4-FFF2-40B4-BE49-F238E27FC236}">
                <a16:creationId xmlns:a16="http://schemas.microsoft.com/office/drawing/2014/main" id="{E920FA72-E3F7-4EA5-9911-1441DEF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8574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tform-title">
            <a:extLst xmlns:a="http://schemas.openxmlformats.org/drawingml/2006/main">
              <a:ext uri="{FF2B5EF4-FFF2-40B4-BE49-F238E27FC236}">
                <a16:creationId xmlns:a16="http://schemas.microsoft.com/office/drawing/2014/main" id="{A09F2D5D-8E42-46F0-8CC5-A33472F9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Platforms &amp; Download</a:t>
            </a:r>
          </a:p>
        </p:txBody>
      </p:sp>
      <p:sp>
        <p:nvSpPr>
          <p:cNvPr id="2" name="platform-subtitle">
            <a:extLst xmlns:a="http://schemas.openxmlformats.org/drawingml/2006/main">
              <a:ext uri="{FF2B5EF4-FFF2-40B4-BE49-F238E27FC236}">
                <a16:creationId xmlns:a16="http://schemas.microsoft.com/office/drawing/2014/main" id="{DE76F897-BE1B-4C73-AF5F-B534054D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Platformlar &amp; İndirme  •  Платформы и загрузка</a:t>
            </a:r>
          </a:p>
        </p:txBody>
      </p:sp>
      <p:sp>
        <p:nvSpPr>
          <p:cNvPr id="3" name="platform-rule">
            <a:extLst xmlns:a="http://schemas.openxmlformats.org/drawingml/2006/main">
              <a:ext uri="{FF2B5EF4-FFF2-40B4-BE49-F238E27FC236}">
                <a16:creationId xmlns:a16="http://schemas.microsoft.com/office/drawing/2014/main" id="{C1DA347C-13D7-4BEB-8CA8-0EBFD30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latform-label-0">
            <a:extLst xmlns:a="http://schemas.openxmlformats.org/drawingml/2006/main">
              <a:ext uri="{FF2B5EF4-FFF2-40B4-BE49-F238E27FC236}">
                <a16:creationId xmlns:a16="http://schemas.microsoft.com/office/drawing/2014/main" id="{29596E41-5986-47D6-BBCF-1E824C41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TÜRKÇE</a:t>
            </a:r>
          </a:p>
        </p:txBody>
      </p:sp>
      <p:sp>
        <p:nvSpPr>
          <p:cNvPr id="5" name="platform-body-0">
            <a:extLst xmlns:a="http://schemas.openxmlformats.org/drawingml/2006/main">
              <a:ext uri="{FF2B5EF4-FFF2-40B4-BE49-F238E27FC236}">
                <a16:creationId xmlns:a16="http://schemas.microsoft.com/office/drawing/2014/main" id="{57D9446E-AC32-4D80-A1A2-065EF56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Windows 10/11 (x64) + macOS (Apple Silicon) — İndirme: github.com/Azizsekerdil/RussianCourseAI/releases (v1.1.2) (özel repo)</a:t>
            </a:r>
          </a:p>
        </p:txBody>
      </p:sp>
      <p:sp>
        <p:nvSpPr>
          <p:cNvPr id="6" name="platform-label-1">
            <a:extLst xmlns:a="http://schemas.openxmlformats.org/drawingml/2006/main">
              <a:ext uri="{FF2B5EF4-FFF2-40B4-BE49-F238E27FC236}">
                <a16:creationId xmlns:a16="http://schemas.microsoft.com/office/drawing/2014/main" id="{D1006491-E3DF-480D-BB2B-154294C9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7" name="platform-body-1">
            <a:extLst xmlns:a="http://schemas.openxmlformats.org/drawingml/2006/main">
              <a:ext uri="{FF2B5EF4-FFF2-40B4-BE49-F238E27FC236}">
                <a16:creationId xmlns:a16="http://schemas.microsoft.com/office/drawing/2014/main" id="{55BED671-6460-4773-BEE1-F638997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Windows 10/11 (x64) &amp; macOS (Apple Silicon) — Download: GitHub Releases (v1.1.2)</a:t>
            </a:r>
          </a:p>
        </p:txBody>
      </p:sp>
      <p:sp>
        <p:nvSpPr>
          <p:cNvPr id="8" name="platform-label-2">
            <a:extLst xmlns:a="http://schemas.openxmlformats.org/drawingml/2006/main">
              <a:ext uri="{FF2B5EF4-FFF2-40B4-BE49-F238E27FC236}">
                <a16:creationId xmlns:a16="http://schemas.microsoft.com/office/drawing/2014/main" id="{BDEEE98C-D1AA-4DED-A144-284ED97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РУССКИЙ</a:t>
            </a:r>
          </a:p>
        </p:txBody>
      </p:sp>
      <p:sp>
        <p:nvSpPr>
          <p:cNvPr id="9" name="platform-body-2">
            <a:extLst xmlns:a="http://schemas.openxmlformats.org/drawingml/2006/main">
              <a:ext uri="{FF2B5EF4-FFF2-40B4-BE49-F238E27FC236}">
                <a16:creationId xmlns:a16="http://schemas.microsoft.com/office/drawing/2014/main" id="{00306626-4B81-44F0-B6ED-A307F1C3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31A"/>
                </a:solidFill>
                <a:latin typeface="Arial"/>
                <a:ea typeface="Arial"/>
                <a:cs typeface="Arial"/>
              </a:rPr>
              <a:t>Windows 10/11 (x64) и macOS (Apple Silicon) — Загрузка: GitHub Releases (v1.1.2)</a:t>
            </a:r>
          </a:p>
        </p:txBody>
      </p:sp>
      <p:sp>
        <p:nvSpPr>
          <p:cNvPr id="10" name="platform-footnote-rule">
            <a:extLst xmlns:a="http://schemas.openxmlformats.org/drawingml/2006/main">
              <a:ext uri="{FF2B5EF4-FFF2-40B4-BE49-F238E27FC236}">
                <a16:creationId xmlns:a16="http://schemas.microsoft.com/office/drawing/2014/main" id="{222F05ED-F96E-4BB0-BBDB-C4195830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latform-footnote">
            <a:extLst xmlns:a="http://schemas.openxmlformats.org/drawingml/2006/main">
              <a:ext uri="{FF2B5EF4-FFF2-40B4-BE49-F238E27FC236}">
                <a16:creationId xmlns:a16="http://schemas.microsoft.com/office/drawing/2014/main" id="{A198B0C8-9C62-4D3B-9E2C-0F0CA742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Release v1.1.2 — iki paket: Windows zip + macOS zip. macOS paketi Apple Silicon (arm64) içindir ve notarize edilmemiştir; ilk açılışta sağ tık → Aç.</a:t>
            </a:r>
          </a:p>
          <a:p xmlns:a="http://schemas.openxmlformats.org/drawingml/2006/main">
            <a:pPr algn="l">
              <a:defRPr sz="112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Depo özel (private) — github.com/Azizsekerdil/RussianCourseAI bağlantısına yalnızca hesap sahibi erişebilir.</a:t>
            </a:r>
          </a:p>
        </p:txBody>
      </p:sp>
      <p:sp>
        <p:nvSpPr>
          <p:cNvPr id="12" name="footer-7">
            <a:extLst xmlns:a="http://schemas.openxmlformats.org/drawingml/2006/main">
              <a:ext uri="{FF2B5EF4-FFF2-40B4-BE49-F238E27FC236}">
                <a16:creationId xmlns:a16="http://schemas.microsoft.com/office/drawing/2014/main" id="{F8112F3F-AFDF-4B81-8E2E-39279D7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5029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269E684-F85E-463D-B98D-68292749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 YOUR NEXT SESSION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347ADB5-140D-44E9-AC93-1435E57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Build a Russian routine</a:t>
            </a:r>
          </a:p>
          <a:p xmlns:a="http://schemas.openxmlformats.org/drawingml/2006/main">
            <a:pPr algn="l">
              <a:defRPr sz="4650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that belongs to you.</a:t>
            </a:r>
          </a:p>
        </p:txBody>
      </p:sp>
      <p:sp>
        <p:nvSpPr>
          <p:cNvPr id="3" name="close-tr">
            <a:extLst xmlns:a="http://schemas.openxmlformats.org/drawingml/2006/main">
              <a:ext uri="{FF2B5EF4-FFF2-40B4-BE49-F238E27FC236}">
                <a16:creationId xmlns:a16="http://schemas.microsoft.com/office/drawing/2014/main" id="{662BF4F1-4B5A-4851-9F51-E6040F20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A"/>
                </a:solidFill>
                <a:latin typeface="Arial"/>
                <a:ea typeface="Arial"/>
                <a:cs typeface="Arial"/>
              </a:rPr>
              <a:t>Size ait bir Rusça rutini oluşturun.</a:t>
            </a:r>
          </a:p>
        </p:txBody>
      </p:sp>
      <p:sp>
        <p:nvSpPr>
          <p:cNvPr id="4" name="close-ru">
            <a:extLst xmlns:a="http://schemas.openxmlformats.org/drawingml/2006/main">
              <a:ext uri="{FF2B5EF4-FFF2-40B4-BE49-F238E27FC236}">
                <a16:creationId xmlns:a16="http://schemas.microsoft.com/office/drawing/2014/main" id="{28796C36-87E5-4090-B947-F2DEABA0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F6675"/>
                </a:solidFill>
                <a:latin typeface="Arial"/>
                <a:ea typeface="Arial"/>
                <a:cs typeface="Arial"/>
              </a:rPr>
              <a:t>Создайте свой ритм изучения русского.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B85C42DA-A388-44EF-B1C0-CAAC8A8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C193058C-A633-4305-B09B-A68CA10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INSTALL  •  LEARN  •  REVIEW</a:t>
            </a:r>
          </a:p>
        </p:txBody>
      </p:sp>
      <p:sp>
        <p:nvSpPr>
          <p:cNvPr id="7" name="close-meta">
            <a:extLst xmlns:a="http://schemas.openxmlformats.org/drawingml/2006/main">
              <a:ext uri="{FF2B5EF4-FFF2-40B4-BE49-F238E27FC236}">
                <a16:creationId xmlns:a16="http://schemas.microsoft.com/office/drawing/2014/main" id="{FB43882B-46A6-414D-AD48-2093D828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483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Windows 10/11 + macOS  •  A1-C1  •  TR / EN / RU</a:t>
            </a:r>
          </a:p>
        </p:txBody>
      </p:sp>
      <p:sp>
        <p:nvSpPr>
          <p:cNvPr id="8" name="footer-8">
            <a:extLst xmlns:a="http://schemas.openxmlformats.org/drawingml/2006/main">
              <a:ext uri="{FF2B5EF4-FFF2-40B4-BE49-F238E27FC236}">
                <a16:creationId xmlns:a16="http://schemas.microsoft.com/office/drawing/2014/main" id="{7CBBC832-3986-4069-8FDB-161A188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071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2026-09-06T09:40:44.0070000Z</dcterms:created>
  <dcterms:modified xsi:type="dcterms:W3CDTF">2026-09-06T09:40:44.0070000Z</dcterms:modified>
</coreProperties>
</file>